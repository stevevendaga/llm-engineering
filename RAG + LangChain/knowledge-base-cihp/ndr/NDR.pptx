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  <p:sldMasterId id="2147483822" r:id="rId2"/>
    <p:sldMasterId id="2147483831" r:id="rId3"/>
    <p:sldMasterId id="2147483847" r:id="rId4"/>
  </p:sldMasterIdLst>
  <p:notesMasterIdLst>
    <p:notesMasterId r:id="rId17"/>
  </p:notesMasterIdLst>
  <p:sldIdLst>
    <p:sldId id="2147473666" r:id="rId5"/>
    <p:sldId id="2147473674" r:id="rId6"/>
    <p:sldId id="2147473684" r:id="rId7"/>
    <p:sldId id="2147473679" r:id="rId8"/>
    <p:sldId id="2147473680" r:id="rId9"/>
    <p:sldId id="2147473681" r:id="rId10"/>
    <p:sldId id="2147473682" r:id="rId11"/>
    <p:sldId id="2147473683" r:id="rId12"/>
    <p:sldId id="2147473685" r:id="rId13"/>
    <p:sldId id="2147473686" r:id="rId14"/>
    <p:sldId id="2147473687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FFFFFF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vendaga Ukor" userId="2156d843-37bc-47c3-adf0-0d12e1c713c8" providerId="ADAL" clId="{33CA2290-DFC3-44C6-8CC8-C6614E3367A4}"/>
    <pc:docChg chg="undo redo custSel addSld delSld modSld">
      <pc:chgData name="Mvendaga Ukor" userId="2156d843-37bc-47c3-adf0-0d12e1c713c8" providerId="ADAL" clId="{33CA2290-DFC3-44C6-8CC8-C6614E3367A4}" dt="2025-04-16T12:47:10.284" v="1921" actId="20577"/>
      <pc:docMkLst>
        <pc:docMk/>
      </pc:docMkLst>
      <pc:sldChg chg="delSp modSp">
        <pc:chgData name="Mvendaga Ukor" userId="2156d843-37bc-47c3-adf0-0d12e1c713c8" providerId="ADAL" clId="{33CA2290-DFC3-44C6-8CC8-C6614E3367A4}" dt="2025-04-16T07:49:20.103" v="3" actId="478"/>
        <pc:sldMkLst>
          <pc:docMk/>
          <pc:sldMk cId="1119993091" sldId="2147473666"/>
        </pc:sldMkLst>
        <pc:spChg chg="mod">
          <ac:chgData name="Mvendaga Ukor" userId="2156d843-37bc-47c3-adf0-0d12e1c713c8" providerId="ADAL" clId="{33CA2290-DFC3-44C6-8CC8-C6614E3367A4}" dt="2025-04-16T07:49:15.143" v="2" actId="20577"/>
          <ac:spMkLst>
            <pc:docMk/>
            <pc:sldMk cId="1119993091" sldId="2147473666"/>
            <ac:spMk id="2" creationId="{94F4136D-7131-E080-E2BD-A1028176A371}"/>
          </ac:spMkLst>
        </pc:spChg>
        <pc:spChg chg="del">
          <ac:chgData name="Mvendaga Ukor" userId="2156d843-37bc-47c3-adf0-0d12e1c713c8" providerId="ADAL" clId="{33CA2290-DFC3-44C6-8CC8-C6614E3367A4}" dt="2025-04-16T07:49:20.103" v="3" actId="478"/>
          <ac:spMkLst>
            <pc:docMk/>
            <pc:sldMk cId="1119993091" sldId="2147473666"/>
            <ac:spMk id="3" creationId="{A24F52C7-83E6-3FC8-7AD2-468131C74D2A}"/>
          </ac:spMkLst>
        </pc:spChg>
      </pc:sldChg>
      <pc:sldChg chg="del">
        <pc:chgData name="Mvendaga Ukor" userId="2156d843-37bc-47c3-adf0-0d12e1c713c8" providerId="ADAL" clId="{33CA2290-DFC3-44C6-8CC8-C6614E3367A4}" dt="2025-04-16T07:58:09.138" v="54" actId="2696"/>
        <pc:sldMkLst>
          <pc:docMk/>
          <pc:sldMk cId="3988457424" sldId="2147473667"/>
        </pc:sldMkLst>
      </pc:sldChg>
      <pc:sldChg chg="del">
        <pc:chgData name="Mvendaga Ukor" userId="2156d843-37bc-47c3-adf0-0d12e1c713c8" providerId="ADAL" clId="{33CA2290-DFC3-44C6-8CC8-C6614E3367A4}" dt="2025-04-16T07:58:09.114" v="51" actId="2696"/>
        <pc:sldMkLst>
          <pc:docMk/>
          <pc:sldMk cId="2460147111" sldId="2147473670"/>
        </pc:sldMkLst>
      </pc:sldChg>
      <pc:sldChg chg="del">
        <pc:chgData name="Mvendaga Ukor" userId="2156d843-37bc-47c3-adf0-0d12e1c713c8" providerId="ADAL" clId="{33CA2290-DFC3-44C6-8CC8-C6614E3367A4}" dt="2025-04-16T07:58:09.117" v="52" actId="2696"/>
        <pc:sldMkLst>
          <pc:docMk/>
          <pc:sldMk cId="2648447203" sldId="2147473671"/>
        </pc:sldMkLst>
      </pc:sldChg>
      <pc:sldChg chg="del">
        <pc:chgData name="Mvendaga Ukor" userId="2156d843-37bc-47c3-adf0-0d12e1c713c8" providerId="ADAL" clId="{33CA2290-DFC3-44C6-8CC8-C6614E3367A4}" dt="2025-04-16T07:58:09.153" v="56" actId="2696"/>
        <pc:sldMkLst>
          <pc:docMk/>
          <pc:sldMk cId="1746526038" sldId="2147473672"/>
        </pc:sldMkLst>
      </pc:sldChg>
      <pc:sldChg chg="del">
        <pc:chgData name="Mvendaga Ukor" userId="2156d843-37bc-47c3-adf0-0d12e1c713c8" providerId="ADAL" clId="{33CA2290-DFC3-44C6-8CC8-C6614E3367A4}" dt="2025-04-16T07:58:09.156" v="57" actId="2696"/>
        <pc:sldMkLst>
          <pc:docMk/>
          <pc:sldMk cId="304872436" sldId="2147473673"/>
        </pc:sldMkLst>
      </pc:sldChg>
      <pc:sldChg chg="addSp delSp modSp">
        <pc:chgData name="Mvendaga Ukor" userId="2156d843-37bc-47c3-adf0-0d12e1c713c8" providerId="ADAL" clId="{33CA2290-DFC3-44C6-8CC8-C6614E3367A4}" dt="2025-04-16T08:51:37.021" v="305" actId="1076"/>
        <pc:sldMkLst>
          <pc:docMk/>
          <pc:sldMk cId="12955793" sldId="2147473674"/>
        </pc:sldMkLst>
        <pc:spChg chg="mod">
          <ac:chgData name="Mvendaga Ukor" userId="2156d843-37bc-47c3-adf0-0d12e1c713c8" providerId="ADAL" clId="{33CA2290-DFC3-44C6-8CC8-C6614E3367A4}" dt="2025-04-16T08:36:43.562" v="222" actId="20577"/>
          <ac:spMkLst>
            <pc:docMk/>
            <pc:sldMk cId="12955793" sldId="2147473674"/>
            <ac:spMk id="2" creationId="{ED57F8DD-634C-7283-1C0C-BBAD8543E459}"/>
          </ac:spMkLst>
        </pc:spChg>
        <pc:spChg chg="add mod">
          <ac:chgData name="Mvendaga Ukor" userId="2156d843-37bc-47c3-adf0-0d12e1c713c8" providerId="ADAL" clId="{33CA2290-DFC3-44C6-8CC8-C6614E3367A4}" dt="2025-04-16T08:50:16.810" v="302" actId="1076"/>
          <ac:spMkLst>
            <pc:docMk/>
            <pc:sldMk cId="12955793" sldId="2147473674"/>
            <ac:spMk id="12" creationId="{E7A2165E-F903-4991-8DCC-4E38830FC55E}"/>
          </ac:spMkLst>
        </pc:spChg>
        <pc:spChg chg="add mod">
          <ac:chgData name="Mvendaga Ukor" userId="2156d843-37bc-47c3-adf0-0d12e1c713c8" providerId="ADAL" clId="{33CA2290-DFC3-44C6-8CC8-C6614E3367A4}" dt="2025-04-16T08:49:28.716" v="294" actId="6549"/>
          <ac:spMkLst>
            <pc:docMk/>
            <pc:sldMk cId="12955793" sldId="2147473674"/>
            <ac:spMk id="13" creationId="{72B4DE1E-6E72-41AB-940D-0A8EC840B5DE}"/>
          </ac:spMkLst>
        </pc:spChg>
        <pc:spChg chg="add del">
          <ac:chgData name="Mvendaga Ukor" userId="2156d843-37bc-47c3-adf0-0d12e1c713c8" providerId="ADAL" clId="{33CA2290-DFC3-44C6-8CC8-C6614E3367A4}" dt="2025-04-16T08:43:41.134" v="244"/>
          <ac:spMkLst>
            <pc:docMk/>
            <pc:sldMk cId="12955793" sldId="2147473674"/>
            <ac:spMk id="14" creationId="{F60EF244-8BF3-4C80-90DC-92DBE0E49632}"/>
          </ac:spMkLst>
        </pc:spChg>
        <pc:graphicFrameChg chg="del modGraphic">
          <ac:chgData name="Mvendaga Ukor" userId="2156d843-37bc-47c3-adf0-0d12e1c713c8" providerId="ADAL" clId="{33CA2290-DFC3-44C6-8CC8-C6614E3367A4}" dt="2025-04-16T07:52:49.410" v="6" actId="478"/>
          <ac:graphicFrameMkLst>
            <pc:docMk/>
            <pc:sldMk cId="12955793" sldId="2147473674"/>
            <ac:graphicFrameMk id="6" creationId="{316FE0BA-282C-09C7-06E5-1944C23A3F1D}"/>
          </ac:graphicFrameMkLst>
        </pc:graphicFrameChg>
        <pc:picChg chg="add del mod">
          <ac:chgData name="Mvendaga Ukor" userId="2156d843-37bc-47c3-adf0-0d12e1c713c8" providerId="ADAL" clId="{33CA2290-DFC3-44C6-8CC8-C6614E3367A4}" dt="2025-04-16T07:54:11.696" v="30" actId="478"/>
          <ac:picMkLst>
            <pc:docMk/>
            <pc:sldMk cId="12955793" sldId="2147473674"/>
            <ac:picMk id="7" creationId="{79E366AA-9654-4562-93D2-153C3E8D7811}"/>
          </ac:picMkLst>
        </pc:picChg>
        <pc:picChg chg="add del mod">
          <ac:chgData name="Mvendaga Ukor" userId="2156d843-37bc-47c3-adf0-0d12e1c713c8" providerId="ADAL" clId="{33CA2290-DFC3-44C6-8CC8-C6614E3367A4}" dt="2025-04-16T08:36:30.384" v="190" actId="478"/>
          <ac:picMkLst>
            <pc:docMk/>
            <pc:sldMk cId="12955793" sldId="2147473674"/>
            <ac:picMk id="9" creationId="{38C6C78F-EA55-464E-9C1E-12C09952C888}"/>
          </ac:picMkLst>
        </pc:picChg>
        <pc:picChg chg="add del mod">
          <ac:chgData name="Mvendaga Ukor" userId="2156d843-37bc-47c3-adf0-0d12e1c713c8" providerId="ADAL" clId="{33CA2290-DFC3-44C6-8CC8-C6614E3367A4}" dt="2025-04-16T08:49:30.106" v="295" actId="478"/>
          <ac:picMkLst>
            <pc:docMk/>
            <pc:sldMk cId="12955793" sldId="2147473674"/>
            <ac:picMk id="11" creationId="{D41BDE45-9281-4D2F-B975-C07E068D265E}"/>
          </ac:picMkLst>
        </pc:picChg>
        <pc:picChg chg="add del mod">
          <ac:chgData name="Mvendaga Ukor" userId="2156d843-37bc-47c3-adf0-0d12e1c713c8" providerId="ADAL" clId="{33CA2290-DFC3-44C6-8CC8-C6614E3367A4}" dt="2025-04-16T08:49:59.749" v="298" actId="478"/>
          <ac:picMkLst>
            <pc:docMk/>
            <pc:sldMk cId="12955793" sldId="2147473674"/>
            <ac:picMk id="16" creationId="{174CCCD6-7E22-48C8-86D3-C7EF48385B3E}"/>
          </ac:picMkLst>
        </pc:picChg>
        <pc:picChg chg="add mod">
          <ac:chgData name="Mvendaga Ukor" userId="2156d843-37bc-47c3-adf0-0d12e1c713c8" providerId="ADAL" clId="{33CA2290-DFC3-44C6-8CC8-C6614E3367A4}" dt="2025-04-16T08:51:37.021" v="305" actId="1076"/>
          <ac:picMkLst>
            <pc:docMk/>
            <pc:sldMk cId="12955793" sldId="2147473674"/>
            <ac:picMk id="18" creationId="{F5A7998A-3471-4261-A5F7-40B9FA8F03E1}"/>
          </ac:picMkLst>
        </pc:picChg>
      </pc:sldChg>
      <pc:sldChg chg="del">
        <pc:chgData name="Mvendaga Ukor" userId="2156d843-37bc-47c3-adf0-0d12e1c713c8" providerId="ADAL" clId="{33CA2290-DFC3-44C6-8CC8-C6614E3367A4}" dt="2025-04-16T07:58:09.111" v="50" actId="2696"/>
        <pc:sldMkLst>
          <pc:docMk/>
          <pc:sldMk cId="3824561653" sldId="2147473675"/>
        </pc:sldMkLst>
      </pc:sldChg>
      <pc:sldChg chg="del">
        <pc:chgData name="Mvendaga Ukor" userId="2156d843-37bc-47c3-adf0-0d12e1c713c8" providerId="ADAL" clId="{33CA2290-DFC3-44C6-8CC8-C6614E3367A4}" dt="2025-04-16T07:58:09.122" v="53" actId="2696"/>
        <pc:sldMkLst>
          <pc:docMk/>
          <pc:sldMk cId="194374060" sldId="2147473676"/>
        </pc:sldMkLst>
      </pc:sldChg>
      <pc:sldChg chg="del">
        <pc:chgData name="Mvendaga Ukor" userId="2156d843-37bc-47c3-adf0-0d12e1c713c8" providerId="ADAL" clId="{33CA2290-DFC3-44C6-8CC8-C6614E3367A4}" dt="2025-04-16T07:58:09.149" v="55" actId="2696"/>
        <pc:sldMkLst>
          <pc:docMk/>
          <pc:sldMk cId="3862732394" sldId="2147473677"/>
        </pc:sldMkLst>
      </pc:sldChg>
      <pc:sldChg chg="del">
        <pc:chgData name="Mvendaga Ukor" userId="2156d843-37bc-47c3-adf0-0d12e1c713c8" providerId="ADAL" clId="{33CA2290-DFC3-44C6-8CC8-C6614E3367A4}" dt="2025-04-16T07:58:09.101" v="49" actId="2696"/>
        <pc:sldMkLst>
          <pc:docMk/>
          <pc:sldMk cId="983613034" sldId="2147473678"/>
        </pc:sldMkLst>
      </pc:sldChg>
      <pc:sldChg chg="addSp delSp modSp add">
        <pc:chgData name="Mvendaga Ukor" userId="2156d843-37bc-47c3-adf0-0d12e1c713c8" providerId="ADAL" clId="{33CA2290-DFC3-44C6-8CC8-C6614E3367A4}" dt="2025-04-16T09:29:02.487" v="635" actId="14100"/>
        <pc:sldMkLst>
          <pc:docMk/>
          <pc:sldMk cId="1282287218" sldId="2147473679"/>
        </pc:sldMkLst>
        <pc:spChg chg="mod">
          <ac:chgData name="Mvendaga Ukor" userId="2156d843-37bc-47c3-adf0-0d12e1c713c8" providerId="ADAL" clId="{33CA2290-DFC3-44C6-8CC8-C6614E3367A4}" dt="2025-04-16T08:31:28.904" v="188" actId="20577"/>
          <ac:spMkLst>
            <pc:docMk/>
            <pc:sldMk cId="1282287218" sldId="2147473679"/>
            <ac:spMk id="2" creationId="{ED57F8DD-634C-7283-1C0C-BBAD8543E459}"/>
          </ac:spMkLst>
        </pc:spChg>
        <pc:spChg chg="add mod">
          <ac:chgData name="Mvendaga Ukor" userId="2156d843-37bc-47c3-adf0-0d12e1c713c8" providerId="ADAL" clId="{33CA2290-DFC3-44C6-8CC8-C6614E3367A4}" dt="2025-04-16T09:29:02.487" v="635" actId="14100"/>
          <ac:spMkLst>
            <pc:docMk/>
            <pc:sldMk cId="1282287218" sldId="2147473679"/>
            <ac:spMk id="8" creationId="{9D33EF01-54A4-48E3-91D6-CCC8BFD75261}"/>
          </ac:spMkLst>
        </pc:spChg>
        <pc:picChg chg="add mod">
          <ac:chgData name="Mvendaga Ukor" userId="2156d843-37bc-47c3-adf0-0d12e1c713c8" providerId="ADAL" clId="{33CA2290-DFC3-44C6-8CC8-C6614E3367A4}" dt="2025-04-16T09:00:42.620" v="451" actId="1076"/>
          <ac:picMkLst>
            <pc:docMk/>
            <pc:sldMk cId="1282287218" sldId="2147473679"/>
            <ac:picMk id="6" creationId="{D106D901-142B-4D86-8211-A3F13230ECF8}"/>
          </ac:picMkLst>
        </pc:picChg>
        <pc:picChg chg="del">
          <ac:chgData name="Mvendaga Ukor" userId="2156d843-37bc-47c3-adf0-0d12e1c713c8" providerId="ADAL" clId="{33CA2290-DFC3-44C6-8CC8-C6614E3367A4}" dt="2025-04-16T07:55:48.686" v="38" actId="478"/>
          <ac:picMkLst>
            <pc:docMk/>
            <pc:sldMk cId="1282287218" sldId="2147473679"/>
            <ac:picMk id="9" creationId="{38C6C78F-EA55-464E-9C1E-12C09952C888}"/>
          </ac:picMkLst>
        </pc:picChg>
      </pc:sldChg>
      <pc:sldChg chg="addSp delSp modSp add">
        <pc:chgData name="Mvendaga Ukor" userId="2156d843-37bc-47c3-adf0-0d12e1c713c8" providerId="ADAL" clId="{33CA2290-DFC3-44C6-8CC8-C6614E3367A4}" dt="2025-04-16T09:31:37.545" v="710" actId="14100"/>
        <pc:sldMkLst>
          <pc:docMk/>
          <pc:sldMk cId="3785634827" sldId="2147473680"/>
        </pc:sldMkLst>
        <pc:spChg chg="mod">
          <ac:chgData name="Mvendaga Ukor" userId="2156d843-37bc-47c3-adf0-0d12e1c713c8" providerId="ADAL" clId="{33CA2290-DFC3-44C6-8CC8-C6614E3367A4}" dt="2025-04-16T09:30:42.409" v="662" actId="20577"/>
          <ac:spMkLst>
            <pc:docMk/>
            <pc:sldMk cId="3785634827" sldId="2147473680"/>
            <ac:spMk id="2" creationId="{ED57F8DD-634C-7283-1C0C-BBAD8543E459}"/>
          </ac:spMkLst>
        </pc:spChg>
        <pc:spChg chg="add mod">
          <ac:chgData name="Mvendaga Ukor" userId="2156d843-37bc-47c3-adf0-0d12e1c713c8" providerId="ADAL" clId="{33CA2290-DFC3-44C6-8CC8-C6614E3367A4}" dt="2025-04-16T09:31:37.545" v="710" actId="14100"/>
          <ac:spMkLst>
            <pc:docMk/>
            <pc:sldMk cId="3785634827" sldId="2147473680"/>
            <ac:spMk id="8" creationId="{4BFAD558-8BE3-4318-82CD-853432D44F41}"/>
          </ac:spMkLst>
        </pc:spChg>
        <pc:picChg chg="add mod">
          <ac:chgData name="Mvendaga Ukor" userId="2156d843-37bc-47c3-adf0-0d12e1c713c8" providerId="ADAL" clId="{33CA2290-DFC3-44C6-8CC8-C6614E3367A4}" dt="2025-04-16T09:31:32.179" v="708" actId="1076"/>
          <ac:picMkLst>
            <pc:docMk/>
            <pc:sldMk cId="3785634827" sldId="2147473680"/>
            <ac:picMk id="6" creationId="{F4DF4F1A-AAD4-4536-8B39-A628B0E0D000}"/>
          </ac:picMkLst>
        </pc:picChg>
        <pc:picChg chg="del">
          <ac:chgData name="Mvendaga Ukor" userId="2156d843-37bc-47c3-adf0-0d12e1c713c8" providerId="ADAL" clId="{33CA2290-DFC3-44C6-8CC8-C6614E3367A4}" dt="2025-04-16T07:56:49.667" v="44" actId="478"/>
          <ac:picMkLst>
            <pc:docMk/>
            <pc:sldMk cId="3785634827" sldId="2147473680"/>
            <ac:picMk id="9" creationId="{38C6C78F-EA55-464E-9C1E-12C09952C888}"/>
          </ac:picMkLst>
        </pc:picChg>
      </pc:sldChg>
      <pc:sldChg chg="addSp delSp modSp add">
        <pc:chgData name="Mvendaga Ukor" userId="2156d843-37bc-47c3-adf0-0d12e1c713c8" providerId="ADAL" clId="{33CA2290-DFC3-44C6-8CC8-C6614E3367A4}" dt="2025-04-16T09:37:49.506" v="827" actId="207"/>
        <pc:sldMkLst>
          <pc:docMk/>
          <pc:sldMk cId="1829306753" sldId="2147473681"/>
        </pc:sldMkLst>
        <pc:spChg chg="mod">
          <ac:chgData name="Mvendaga Ukor" userId="2156d843-37bc-47c3-adf0-0d12e1c713c8" providerId="ADAL" clId="{33CA2290-DFC3-44C6-8CC8-C6614E3367A4}" dt="2025-04-16T08:00:42.244" v="99" actId="20577"/>
          <ac:spMkLst>
            <pc:docMk/>
            <pc:sldMk cId="1829306753" sldId="2147473681"/>
            <ac:spMk id="2" creationId="{ED57F8DD-634C-7283-1C0C-BBAD8543E459}"/>
          </ac:spMkLst>
        </pc:spChg>
        <pc:spChg chg="add del mod">
          <ac:chgData name="Mvendaga Ukor" userId="2156d843-37bc-47c3-adf0-0d12e1c713c8" providerId="ADAL" clId="{33CA2290-DFC3-44C6-8CC8-C6614E3367A4}" dt="2025-04-16T09:35:55.582" v="771" actId="478"/>
          <ac:spMkLst>
            <pc:docMk/>
            <pc:sldMk cId="1829306753" sldId="2147473681"/>
            <ac:spMk id="8" creationId="{FC74160D-AC80-4EEE-A9C7-AA13ECEE6956}"/>
          </ac:spMkLst>
        </pc:spChg>
        <pc:spChg chg="add mod">
          <ac:chgData name="Mvendaga Ukor" userId="2156d843-37bc-47c3-adf0-0d12e1c713c8" providerId="ADAL" clId="{33CA2290-DFC3-44C6-8CC8-C6614E3367A4}" dt="2025-04-16T09:36:15.090" v="796" actId="20577"/>
          <ac:spMkLst>
            <pc:docMk/>
            <pc:sldMk cId="1829306753" sldId="2147473681"/>
            <ac:spMk id="9" creationId="{FD8A68E7-C437-43CB-AB8C-C65986B16656}"/>
          </ac:spMkLst>
        </pc:spChg>
        <pc:spChg chg="add mod">
          <ac:chgData name="Mvendaga Ukor" userId="2156d843-37bc-47c3-adf0-0d12e1c713c8" providerId="ADAL" clId="{33CA2290-DFC3-44C6-8CC8-C6614E3367A4}" dt="2025-04-16T09:36:09.408" v="786" actId="20577"/>
          <ac:spMkLst>
            <pc:docMk/>
            <pc:sldMk cId="1829306753" sldId="2147473681"/>
            <ac:spMk id="10" creationId="{652F5D6B-8138-47C3-81D4-BDAE95F66079}"/>
          </ac:spMkLst>
        </pc:spChg>
        <pc:spChg chg="add mod">
          <ac:chgData name="Mvendaga Ukor" userId="2156d843-37bc-47c3-adf0-0d12e1c713c8" providerId="ADAL" clId="{33CA2290-DFC3-44C6-8CC8-C6614E3367A4}" dt="2025-04-16T09:37:49.506" v="827" actId="207"/>
          <ac:spMkLst>
            <pc:docMk/>
            <pc:sldMk cId="1829306753" sldId="2147473681"/>
            <ac:spMk id="11" creationId="{57EF602C-9751-44B9-8BBC-FDD44372AF16}"/>
          </ac:spMkLst>
        </pc:spChg>
        <pc:picChg chg="del">
          <ac:chgData name="Mvendaga Ukor" userId="2156d843-37bc-47c3-adf0-0d12e1c713c8" providerId="ADAL" clId="{33CA2290-DFC3-44C6-8CC8-C6614E3367A4}" dt="2025-04-16T08:00:45.464" v="100" actId="478"/>
          <ac:picMkLst>
            <pc:docMk/>
            <pc:sldMk cId="1829306753" sldId="2147473681"/>
            <ac:picMk id="6" creationId="{F4DF4F1A-AAD4-4536-8B39-A628B0E0D000}"/>
          </ac:picMkLst>
        </pc:picChg>
        <pc:picChg chg="add mod">
          <ac:chgData name="Mvendaga Ukor" userId="2156d843-37bc-47c3-adf0-0d12e1c713c8" providerId="ADAL" clId="{33CA2290-DFC3-44C6-8CC8-C6614E3367A4}" dt="2025-04-16T09:36:20.800" v="797" actId="1076"/>
          <ac:picMkLst>
            <pc:docMk/>
            <pc:sldMk cId="1829306753" sldId="2147473681"/>
            <ac:picMk id="7" creationId="{A5E0106C-0318-413B-AC78-10292A2DF8A3}"/>
          </ac:picMkLst>
        </pc:picChg>
        <pc:cxnChg chg="add mod">
          <ac:chgData name="Mvendaga Ukor" userId="2156d843-37bc-47c3-adf0-0d12e1c713c8" providerId="ADAL" clId="{33CA2290-DFC3-44C6-8CC8-C6614E3367A4}" dt="2025-04-16T09:37:38.725" v="826" actId="13822"/>
          <ac:cxnSpMkLst>
            <pc:docMk/>
            <pc:sldMk cId="1829306753" sldId="2147473681"/>
            <ac:cxnSpMk id="13" creationId="{806861AD-25ED-4754-8ED5-22793E2EBC8B}"/>
          </ac:cxnSpMkLst>
        </pc:cxnChg>
      </pc:sldChg>
      <pc:sldChg chg="addSp delSp modSp add">
        <pc:chgData name="Mvendaga Ukor" userId="2156d843-37bc-47c3-adf0-0d12e1c713c8" providerId="ADAL" clId="{33CA2290-DFC3-44C6-8CC8-C6614E3367A4}" dt="2025-04-16T09:48:39.313" v="978" actId="1076"/>
        <pc:sldMkLst>
          <pc:docMk/>
          <pc:sldMk cId="3312514975" sldId="2147473682"/>
        </pc:sldMkLst>
        <pc:spChg chg="mod">
          <ac:chgData name="Mvendaga Ukor" userId="2156d843-37bc-47c3-adf0-0d12e1c713c8" providerId="ADAL" clId="{33CA2290-DFC3-44C6-8CC8-C6614E3367A4}" dt="2025-04-16T09:48:39.313" v="978" actId="1076"/>
          <ac:spMkLst>
            <pc:docMk/>
            <pc:sldMk cId="3312514975" sldId="2147473682"/>
            <ac:spMk id="2" creationId="{ED57F8DD-634C-7283-1C0C-BBAD8543E459}"/>
          </ac:spMkLst>
        </pc:spChg>
        <pc:spChg chg="add mod">
          <ac:chgData name="Mvendaga Ukor" userId="2156d843-37bc-47c3-adf0-0d12e1c713c8" providerId="ADAL" clId="{33CA2290-DFC3-44C6-8CC8-C6614E3367A4}" dt="2025-04-16T09:46:16.866" v="955"/>
          <ac:spMkLst>
            <pc:docMk/>
            <pc:sldMk cId="3312514975" sldId="2147473682"/>
            <ac:spMk id="8" creationId="{7BDAB284-0165-4FA1-8900-C12457B5D353}"/>
          </ac:spMkLst>
        </pc:spChg>
        <pc:spChg chg="add mod">
          <ac:chgData name="Mvendaga Ukor" userId="2156d843-37bc-47c3-adf0-0d12e1c713c8" providerId="ADAL" clId="{33CA2290-DFC3-44C6-8CC8-C6614E3367A4}" dt="2025-04-16T09:46:34.966" v="956" actId="113"/>
          <ac:spMkLst>
            <pc:docMk/>
            <pc:sldMk cId="3312514975" sldId="2147473682"/>
            <ac:spMk id="9" creationId="{48E7437A-84A3-4EF7-A065-2F34E9C08649}"/>
          </ac:spMkLst>
        </pc:spChg>
        <pc:picChg chg="add mod">
          <ac:chgData name="Mvendaga Ukor" userId="2156d843-37bc-47c3-adf0-0d12e1c713c8" providerId="ADAL" clId="{33CA2290-DFC3-44C6-8CC8-C6614E3367A4}" dt="2025-04-16T09:45:12.234" v="869" actId="1076"/>
          <ac:picMkLst>
            <pc:docMk/>
            <pc:sldMk cId="3312514975" sldId="2147473682"/>
            <ac:picMk id="6" creationId="{8C5C78E8-DC92-4D85-BF37-A5F37858A8A8}"/>
          </ac:picMkLst>
        </pc:picChg>
        <pc:picChg chg="del">
          <ac:chgData name="Mvendaga Ukor" userId="2156d843-37bc-47c3-adf0-0d12e1c713c8" providerId="ADAL" clId="{33CA2290-DFC3-44C6-8CC8-C6614E3367A4}" dt="2025-04-16T08:02:04.651" v="126" actId="478"/>
          <ac:picMkLst>
            <pc:docMk/>
            <pc:sldMk cId="3312514975" sldId="2147473682"/>
            <ac:picMk id="7" creationId="{A5E0106C-0318-413B-AC78-10292A2DF8A3}"/>
          </ac:picMkLst>
        </pc:picChg>
      </pc:sldChg>
      <pc:sldChg chg="addSp delSp modSp add">
        <pc:chgData name="Mvendaga Ukor" userId="2156d843-37bc-47c3-adf0-0d12e1c713c8" providerId="ADAL" clId="{33CA2290-DFC3-44C6-8CC8-C6614E3367A4}" dt="2025-04-16T10:10:55.791" v="1360" actId="1076"/>
        <pc:sldMkLst>
          <pc:docMk/>
          <pc:sldMk cId="2367837367" sldId="2147473683"/>
        </pc:sldMkLst>
        <pc:spChg chg="del">
          <ac:chgData name="Mvendaga Ukor" userId="2156d843-37bc-47c3-adf0-0d12e1c713c8" providerId="ADAL" clId="{33CA2290-DFC3-44C6-8CC8-C6614E3367A4}" dt="2025-04-16T09:48:50.954" v="981" actId="478"/>
          <ac:spMkLst>
            <pc:docMk/>
            <pc:sldMk cId="2367837367" sldId="2147473683"/>
            <ac:spMk id="2" creationId="{ED57F8DD-634C-7283-1C0C-BBAD8543E459}"/>
          </ac:spMkLst>
        </pc:spChg>
        <pc:spChg chg="add del mod">
          <ac:chgData name="Mvendaga Ukor" userId="2156d843-37bc-47c3-adf0-0d12e1c713c8" providerId="ADAL" clId="{33CA2290-DFC3-44C6-8CC8-C6614E3367A4}" dt="2025-04-16T10:00:23.311" v="1095" actId="478"/>
          <ac:spMkLst>
            <pc:docMk/>
            <pc:sldMk cId="2367837367" sldId="2147473683"/>
            <ac:spMk id="8" creationId="{A9885EE8-F42D-413E-9915-06F04C170E11}"/>
          </ac:spMkLst>
        </pc:spChg>
        <pc:spChg chg="add del">
          <ac:chgData name="Mvendaga Ukor" userId="2156d843-37bc-47c3-adf0-0d12e1c713c8" providerId="ADAL" clId="{33CA2290-DFC3-44C6-8CC8-C6614E3367A4}" dt="2025-04-16T09:48:48.377" v="980"/>
          <ac:spMkLst>
            <pc:docMk/>
            <pc:sldMk cId="2367837367" sldId="2147473683"/>
            <ac:spMk id="10" creationId="{CAABBD5A-5799-40EF-A9B2-CB9C9C97E82F}"/>
          </ac:spMkLst>
        </pc:spChg>
        <pc:spChg chg="add del mod">
          <ac:chgData name="Mvendaga Ukor" userId="2156d843-37bc-47c3-adf0-0d12e1c713c8" providerId="ADAL" clId="{33CA2290-DFC3-44C6-8CC8-C6614E3367A4}" dt="2025-04-16T09:48:58.280" v="983" actId="478"/>
          <ac:spMkLst>
            <pc:docMk/>
            <pc:sldMk cId="2367837367" sldId="2147473683"/>
            <ac:spMk id="12" creationId="{DC624762-F047-49B1-99B1-C557EE587F0A}"/>
          </ac:spMkLst>
        </pc:spChg>
        <pc:spChg chg="add">
          <ac:chgData name="Mvendaga Ukor" userId="2156d843-37bc-47c3-adf0-0d12e1c713c8" providerId="ADAL" clId="{33CA2290-DFC3-44C6-8CC8-C6614E3367A4}" dt="2025-04-16T09:48:51.580" v="982"/>
          <ac:spMkLst>
            <pc:docMk/>
            <pc:sldMk cId="2367837367" sldId="2147473683"/>
            <ac:spMk id="13" creationId="{20FF5C6A-8438-4019-A143-C328EFDE09D3}"/>
          </ac:spMkLst>
        </pc:spChg>
        <pc:spChg chg="add mod">
          <ac:chgData name="Mvendaga Ukor" userId="2156d843-37bc-47c3-adf0-0d12e1c713c8" providerId="ADAL" clId="{33CA2290-DFC3-44C6-8CC8-C6614E3367A4}" dt="2025-04-16T10:08:12.996" v="1113" actId="20577"/>
          <ac:spMkLst>
            <pc:docMk/>
            <pc:sldMk cId="2367837367" sldId="2147473683"/>
            <ac:spMk id="14" creationId="{9E683F64-1554-40A2-8C8C-CF7D5149F811}"/>
          </ac:spMkLst>
        </pc:spChg>
        <pc:spChg chg="add del">
          <ac:chgData name="Mvendaga Ukor" userId="2156d843-37bc-47c3-adf0-0d12e1c713c8" providerId="ADAL" clId="{33CA2290-DFC3-44C6-8CC8-C6614E3367A4}" dt="2025-04-16T09:49:19.432" v="985" actId="478"/>
          <ac:spMkLst>
            <pc:docMk/>
            <pc:sldMk cId="2367837367" sldId="2147473683"/>
            <ac:spMk id="15" creationId="{B9C6A443-900A-46BD-A7C8-61E5D280D412}"/>
          </ac:spMkLst>
        </pc:spChg>
        <pc:spChg chg="add mod">
          <ac:chgData name="Mvendaga Ukor" userId="2156d843-37bc-47c3-adf0-0d12e1c713c8" providerId="ADAL" clId="{33CA2290-DFC3-44C6-8CC8-C6614E3367A4}" dt="2025-04-16T10:10:55.791" v="1360" actId="1076"/>
          <ac:spMkLst>
            <pc:docMk/>
            <pc:sldMk cId="2367837367" sldId="2147473683"/>
            <ac:spMk id="18" creationId="{63A4BAA7-5F29-4736-8042-A1D004C2BE16}"/>
          </ac:spMkLst>
        </pc:spChg>
        <pc:picChg chg="del">
          <ac:chgData name="Mvendaga Ukor" userId="2156d843-37bc-47c3-adf0-0d12e1c713c8" providerId="ADAL" clId="{33CA2290-DFC3-44C6-8CC8-C6614E3367A4}" dt="2025-04-16T08:04:18.809" v="134" actId="478"/>
          <ac:picMkLst>
            <pc:docMk/>
            <pc:sldMk cId="2367837367" sldId="2147473683"/>
            <ac:picMk id="6" creationId="{8C5C78E8-DC92-4D85-BF37-A5F37858A8A8}"/>
          </ac:picMkLst>
        </pc:picChg>
        <pc:picChg chg="add del mod">
          <ac:chgData name="Mvendaga Ukor" userId="2156d843-37bc-47c3-adf0-0d12e1c713c8" providerId="ADAL" clId="{33CA2290-DFC3-44C6-8CC8-C6614E3367A4}" dt="2025-04-16T09:58:52.561" v="1089" actId="478"/>
          <ac:picMkLst>
            <pc:docMk/>
            <pc:sldMk cId="2367837367" sldId="2147473683"/>
            <ac:picMk id="7" creationId="{CBBE99B5-5E19-4834-A55A-2345BBCDC7E6}"/>
          </ac:picMkLst>
        </pc:picChg>
        <pc:picChg chg="add mod">
          <ac:chgData name="Mvendaga Ukor" userId="2156d843-37bc-47c3-adf0-0d12e1c713c8" providerId="ADAL" clId="{33CA2290-DFC3-44C6-8CC8-C6614E3367A4}" dt="2025-04-16T10:00:31.836" v="1099" actId="14100"/>
          <ac:picMkLst>
            <pc:docMk/>
            <pc:sldMk cId="2367837367" sldId="2147473683"/>
            <ac:picMk id="17" creationId="{04CA4B87-E011-44A0-989A-86D158EE6F15}"/>
          </ac:picMkLst>
        </pc:picChg>
        <pc:cxnChg chg="add del mod">
          <ac:chgData name="Mvendaga Ukor" userId="2156d843-37bc-47c3-adf0-0d12e1c713c8" providerId="ADAL" clId="{33CA2290-DFC3-44C6-8CC8-C6614E3367A4}" dt="2025-04-16T10:00:25.852" v="1097" actId="478"/>
          <ac:cxnSpMkLst>
            <pc:docMk/>
            <pc:sldMk cId="2367837367" sldId="2147473683"/>
            <ac:cxnSpMk id="9" creationId="{445BC5B1-7917-472B-AF18-9768A34F8C2B}"/>
          </ac:cxnSpMkLst>
        </pc:cxnChg>
        <pc:cxnChg chg="add mod">
          <ac:chgData name="Mvendaga Ukor" userId="2156d843-37bc-47c3-adf0-0d12e1c713c8" providerId="ADAL" clId="{33CA2290-DFC3-44C6-8CC8-C6614E3367A4}" dt="2025-04-16T10:10:55.791" v="1360" actId="1076"/>
          <ac:cxnSpMkLst>
            <pc:docMk/>
            <pc:sldMk cId="2367837367" sldId="2147473683"/>
            <ac:cxnSpMk id="19" creationId="{E7C910CB-F394-4F04-A6D6-0C4EA3E7E52A}"/>
          </ac:cxnSpMkLst>
        </pc:cxnChg>
      </pc:sldChg>
      <pc:sldChg chg="addSp modSp add">
        <pc:chgData name="Mvendaga Ukor" userId="2156d843-37bc-47c3-adf0-0d12e1c713c8" providerId="ADAL" clId="{33CA2290-DFC3-44C6-8CC8-C6614E3367A4}" dt="2025-04-16T09:01:50.544" v="505" actId="1076"/>
        <pc:sldMkLst>
          <pc:docMk/>
          <pc:sldMk cId="4066311252" sldId="2147473684"/>
        </pc:sldMkLst>
        <pc:spChg chg="add mod">
          <ac:chgData name="Mvendaga Ukor" userId="2156d843-37bc-47c3-adf0-0d12e1c713c8" providerId="ADAL" clId="{33CA2290-DFC3-44C6-8CC8-C6614E3367A4}" dt="2025-04-16T09:01:50.544" v="505" actId="1076"/>
          <ac:spMkLst>
            <pc:docMk/>
            <pc:sldMk cId="4066311252" sldId="2147473684"/>
            <ac:spMk id="3" creationId="{C014C58B-41E7-43F5-A2B3-694DC8D205ED}"/>
          </ac:spMkLst>
        </pc:spChg>
        <pc:spChg chg="add mod">
          <ac:chgData name="Mvendaga Ukor" userId="2156d843-37bc-47c3-adf0-0d12e1c713c8" providerId="ADAL" clId="{33CA2290-DFC3-44C6-8CC8-C6614E3367A4}" dt="2025-04-16T09:01:44.740" v="504" actId="1035"/>
          <ac:spMkLst>
            <pc:docMk/>
            <pc:sldMk cId="4066311252" sldId="2147473684"/>
            <ac:spMk id="6" creationId="{95FAB8E9-A1A2-40A9-AC72-431EE40A2395}"/>
          </ac:spMkLst>
        </pc:spChg>
        <pc:picChg chg="mod">
          <ac:chgData name="Mvendaga Ukor" userId="2156d843-37bc-47c3-adf0-0d12e1c713c8" providerId="ADAL" clId="{33CA2290-DFC3-44C6-8CC8-C6614E3367A4}" dt="2025-04-16T08:58:58.382" v="445" actId="1038"/>
          <ac:picMkLst>
            <pc:docMk/>
            <pc:sldMk cId="4066311252" sldId="2147473684"/>
            <ac:picMk id="9" creationId="{38C6C78F-EA55-464E-9C1E-12C09952C888}"/>
          </ac:picMkLst>
        </pc:picChg>
      </pc:sldChg>
      <pc:sldChg chg="addSp delSp modSp add">
        <pc:chgData name="Mvendaga Ukor" userId="2156d843-37bc-47c3-adf0-0d12e1c713c8" providerId="ADAL" clId="{33CA2290-DFC3-44C6-8CC8-C6614E3367A4}" dt="2025-04-16T10:14:52.316" v="1464" actId="113"/>
        <pc:sldMkLst>
          <pc:docMk/>
          <pc:sldMk cId="4264172739" sldId="2147473685"/>
        </pc:sldMkLst>
        <pc:spChg chg="add del">
          <ac:chgData name="Mvendaga Ukor" userId="2156d843-37bc-47c3-adf0-0d12e1c713c8" providerId="ADAL" clId="{33CA2290-DFC3-44C6-8CC8-C6614E3367A4}" dt="2025-04-16T10:13:51.027" v="1442"/>
          <ac:spMkLst>
            <pc:docMk/>
            <pc:sldMk cId="4264172739" sldId="2147473685"/>
            <ac:spMk id="6" creationId="{18164A38-E3EA-4203-B944-972BF086225E}"/>
          </ac:spMkLst>
        </pc:spChg>
        <pc:spChg chg="add del mod">
          <ac:chgData name="Mvendaga Ukor" userId="2156d843-37bc-47c3-adf0-0d12e1c713c8" providerId="ADAL" clId="{33CA2290-DFC3-44C6-8CC8-C6614E3367A4}" dt="2025-04-16T10:12:46.687" v="1413" actId="478"/>
          <ac:spMkLst>
            <pc:docMk/>
            <pc:sldMk cId="4264172739" sldId="2147473685"/>
            <ac:spMk id="8" creationId="{A9885EE8-F42D-413E-9915-06F04C170E11}"/>
          </ac:spMkLst>
        </pc:spChg>
        <pc:spChg chg="add del">
          <ac:chgData name="Mvendaga Ukor" userId="2156d843-37bc-47c3-adf0-0d12e1c713c8" providerId="ADAL" clId="{33CA2290-DFC3-44C6-8CC8-C6614E3367A4}" dt="2025-04-16T10:13:57.024" v="1444"/>
          <ac:spMkLst>
            <pc:docMk/>
            <pc:sldMk cId="4264172739" sldId="2147473685"/>
            <ac:spMk id="10" creationId="{4D7F7D4C-7968-4A3B-9E40-5F99A0DDDA44}"/>
          </ac:spMkLst>
        </pc:spChg>
        <pc:spChg chg="add del">
          <ac:chgData name="Mvendaga Ukor" userId="2156d843-37bc-47c3-adf0-0d12e1c713c8" providerId="ADAL" clId="{33CA2290-DFC3-44C6-8CC8-C6614E3367A4}" dt="2025-04-16T10:14:08.367" v="1447"/>
          <ac:spMkLst>
            <pc:docMk/>
            <pc:sldMk cId="4264172739" sldId="2147473685"/>
            <ac:spMk id="11" creationId="{DF26753F-98D3-4B21-81FB-1DBBC34E92E0}"/>
          </ac:spMkLst>
        </pc:spChg>
        <pc:spChg chg="add mod">
          <ac:chgData name="Mvendaga Ukor" userId="2156d843-37bc-47c3-adf0-0d12e1c713c8" providerId="ADAL" clId="{33CA2290-DFC3-44C6-8CC8-C6614E3367A4}" dt="2025-04-16T10:14:52.316" v="1464" actId="113"/>
          <ac:spMkLst>
            <pc:docMk/>
            <pc:sldMk cId="4264172739" sldId="2147473685"/>
            <ac:spMk id="12" creationId="{605374F6-3586-4C4C-805C-DBA679ED3F76}"/>
          </ac:spMkLst>
        </pc:spChg>
        <pc:spChg chg="mod">
          <ac:chgData name="Mvendaga Ukor" userId="2156d843-37bc-47c3-adf0-0d12e1c713c8" providerId="ADAL" clId="{33CA2290-DFC3-44C6-8CC8-C6614E3367A4}" dt="2025-04-16T10:08:36.915" v="1124" actId="1076"/>
          <ac:spMkLst>
            <pc:docMk/>
            <pc:sldMk cId="4264172739" sldId="2147473685"/>
            <ac:spMk id="13" creationId="{20FF5C6A-8438-4019-A143-C328EFDE09D3}"/>
          </ac:spMkLst>
        </pc:spChg>
        <pc:spChg chg="del mod">
          <ac:chgData name="Mvendaga Ukor" userId="2156d843-37bc-47c3-adf0-0d12e1c713c8" providerId="ADAL" clId="{33CA2290-DFC3-44C6-8CC8-C6614E3367A4}" dt="2025-04-16T10:14:10.844" v="1449"/>
          <ac:spMkLst>
            <pc:docMk/>
            <pc:sldMk cId="4264172739" sldId="2147473685"/>
            <ac:spMk id="14" creationId="{9E683F64-1554-40A2-8C8C-CF7D5149F811}"/>
          </ac:spMkLst>
        </pc:spChg>
        <pc:picChg chg="add del mod">
          <ac:chgData name="Mvendaga Ukor" userId="2156d843-37bc-47c3-adf0-0d12e1c713c8" providerId="ADAL" clId="{33CA2290-DFC3-44C6-8CC8-C6614E3367A4}" dt="2025-04-16T10:12:33.530" v="1403" actId="931"/>
          <ac:picMkLst>
            <pc:docMk/>
            <pc:sldMk cId="4264172739" sldId="2147473685"/>
            <ac:picMk id="3" creationId="{B2AD7FDC-320E-4056-A937-EF7F859FFCDB}"/>
          </ac:picMkLst>
        </pc:picChg>
        <pc:picChg chg="mod">
          <ac:chgData name="Mvendaga Ukor" userId="2156d843-37bc-47c3-adf0-0d12e1c713c8" providerId="ADAL" clId="{33CA2290-DFC3-44C6-8CC8-C6614E3367A4}" dt="2025-04-16T10:12:40.765" v="1410" actId="14100"/>
          <ac:picMkLst>
            <pc:docMk/>
            <pc:sldMk cId="4264172739" sldId="2147473685"/>
            <ac:picMk id="7" creationId="{CBBE99B5-5E19-4834-A55A-2345BBCDC7E6}"/>
          </ac:picMkLst>
        </pc:picChg>
        <pc:cxnChg chg="add del">
          <ac:chgData name="Mvendaga Ukor" userId="2156d843-37bc-47c3-adf0-0d12e1c713c8" providerId="ADAL" clId="{33CA2290-DFC3-44C6-8CC8-C6614E3367A4}" dt="2025-04-16T10:12:43.379" v="1411" actId="478"/>
          <ac:cxnSpMkLst>
            <pc:docMk/>
            <pc:sldMk cId="4264172739" sldId="2147473685"/>
            <ac:cxnSpMk id="9" creationId="{445BC5B1-7917-472B-AF18-9768A34F8C2B}"/>
          </ac:cxnSpMkLst>
        </pc:cxnChg>
      </pc:sldChg>
      <pc:sldChg chg="addSp delSp modSp add">
        <pc:chgData name="Mvendaga Ukor" userId="2156d843-37bc-47c3-adf0-0d12e1c713c8" providerId="ADAL" clId="{33CA2290-DFC3-44C6-8CC8-C6614E3367A4}" dt="2025-04-16T10:18:28.101" v="1517" actId="1076"/>
        <pc:sldMkLst>
          <pc:docMk/>
          <pc:sldMk cId="3734516128" sldId="2147473686"/>
        </pc:sldMkLst>
        <pc:spChg chg="add mod">
          <ac:chgData name="Mvendaga Ukor" userId="2156d843-37bc-47c3-adf0-0d12e1c713c8" providerId="ADAL" clId="{33CA2290-DFC3-44C6-8CC8-C6614E3367A4}" dt="2025-04-16T10:18:22.231" v="1516" actId="122"/>
          <ac:spMkLst>
            <pc:docMk/>
            <pc:sldMk cId="3734516128" sldId="2147473686"/>
            <ac:spMk id="11" creationId="{5ABFA7B4-8570-4A0F-A545-6B5747BA0C12}"/>
          </ac:spMkLst>
        </pc:spChg>
        <pc:spChg chg="mod">
          <ac:chgData name="Mvendaga Ukor" userId="2156d843-37bc-47c3-adf0-0d12e1c713c8" providerId="ADAL" clId="{33CA2290-DFC3-44C6-8CC8-C6614E3367A4}" dt="2025-04-16T10:16:39.201" v="1469" actId="20577"/>
          <ac:spMkLst>
            <pc:docMk/>
            <pc:sldMk cId="3734516128" sldId="2147473686"/>
            <ac:spMk id="13" creationId="{20FF5C6A-8438-4019-A143-C328EFDE09D3}"/>
          </ac:spMkLst>
        </pc:spChg>
        <pc:spChg chg="add del mod">
          <ac:chgData name="Mvendaga Ukor" userId="2156d843-37bc-47c3-adf0-0d12e1c713c8" providerId="ADAL" clId="{33CA2290-DFC3-44C6-8CC8-C6614E3367A4}" dt="2025-04-16T10:16:51.333" v="1470" actId="478"/>
          <ac:spMkLst>
            <pc:docMk/>
            <pc:sldMk cId="3734516128" sldId="2147473686"/>
            <ac:spMk id="14" creationId="{9E683F64-1554-40A2-8C8C-CF7D5149F811}"/>
          </ac:spMkLst>
        </pc:spChg>
        <pc:picChg chg="add del mod">
          <ac:chgData name="Mvendaga Ukor" userId="2156d843-37bc-47c3-adf0-0d12e1c713c8" providerId="ADAL" clId="{33CA2290-DFC3-44C6-8CC8-C6614E3367A4}" dt="2025-04-16T10:17:28.029" v="1473" actId="478"/>
          <ac:picMkLst>
            <pc:docMk/>
            <pc:sldMk cId="3734516128" sldId="2147473686"/>
            <ac:picMk id="3" creationId="{0DF1B441-F5E5-41CD-A844-12E2A8F5687C}"/>
          </ac:picMkLst>
        </pc:picChg>
        <pc:picChg chg="del">
          <ac:chgData name="Mvendaga Ukor" userId="2156d843-37bc-47c3-adf0-0d12e1c713c8" providerId="ADAL" clId="{33CA2290-DFC3-44C6-8CC8-C6614E3367A4}" dt="2025-04-16T10:16:58.391" v="1471" actId="478"/>
          <ac:picMkLst>
            <pc:docMk/>
            <pc:sldMk cId="3734516128" sldId="2147473686"/>
            <ac:picMk id="7" creationId="{CBBE99B5-5E19-4834-A55A-2345BBCDC7E6}"/>
          </ac:picMkLst>
        </pc:picChg>
        <pc:picChg chg="add mod">
          <ac:chgData name="Mvendaga Ukor" userId="2156d843-37bc-47c3-adf0-0d12e1c713c8" providerId="ADAL" clId="{33CA2290-DFC3-44C6-8CC8-C6614E3367A4}" dt="2025-04-16T10:17:47.612" v="1479" actId="1076"/>
          <ac:picMkLst>
            <pc:docMk/>
            <pc:sldMk cId="3734516128" sldId="2147473686"/>
            <ac:picMk id="8" creationId="{4E2E7958-48DD-4A55-A020-DACC88FA692D}"/>
          </ac:picMkLst>
        </pc:picChg>
        <pc:cxnChg chg="add mod">
          <ac:chgData name="Mvendaga Ukor" userId="2156d843-37bc-47c3-adf0-0d12e1c713c8" providerId="ADAL" clId="{33CA2290-DFC3-44C6-8CC8-C6614E3367A4}" dt="2025-04-16T10:18:28.101" v="1517" actId="1076"/>
          <ac:cxnSpMkLst>
            <pc:docMk/>
            <pc:sldMk cId="3734516128" sldId="2147473686"/>
            <ac:cxnSpMk id="12" creationId="{C30A84E2-C8A2-4680-AE08-05B08DCCCDE2}"/>
          </ac:cxnSpMkLst>
        </pc:cxnChg>
      </pc:sldChg>
      <pc:sldChg chg="addSp delSp modSp add">
        <pc:chgData name="Mvendaga Ukor" userId="2156d843-37bc-47c3-adf0-0d12e1c713c8" providerId="ADAL" clId="{33CA2290-DFC3-44C6-8CC8-C6614E3367A4}" dt="2025-04-16T12:47:10.284" v="1921" actId="20577"/>
        <pc:sldMkLst>
          <pc:docMk/>
          <pc:sldMk cId="4230863415" sldId="2147473687"/>
        </pc:sldMkLst>
        <pc:spChg chg="add mod">
          <ac:chgData name="Mvendaga Ukor" userId="2156d843-37bc-47c3-adf0-0d12e1c713c8" providerId="ADAL" clId="{33CA2290-DFC3-44C6-8CC8-C6614E3367A4}" dt="2025-04-16T12:40:39.317" v="1650" actId="1076"/>
          <ac:spMkLst>
            <pc:docMk/>
            <pc:sldMk cId="4230863415" sldId="2147473687"/>
            <ac:spMk id="6" creationId="{421B5B53-5D75-4C0F-B29A-2965F6F36F4D}"/>
          </ac:spMkLst>
        </pc:spChg>
        <pc:spChg chg="add mod">
          <ac:chgData name="Mvendaga Ukor" userId="2156d843-37bc-47c3-adf0-0d12e1c713c8" providerId="ADAL" clId="{33CA2290-DFC3-44C6-8CC8-C6614E3367A4}" dt="2025-04-16T12:40:41.853" v="1651" actId="1076"/>
          <ac:spMkLst>
            <pc:docMk/>
            <pc:sldMk cId="4230863415" sldId="2147473687"/>
            <ac:spMk id="7" creationId="{F1BFB962-B070-4BF5-9550-4A07E3965427}"/>
          </ac:spMkLst>
        </pc:spChg>
        <pc:spChg chg="add mod">
          <ac:chgData name="Mvendaga Ukor" userId="2156d843-37bc-47c3-adf0-0d12e1c713c8" providerId="ADAL" clId="{33CA2290-DFC3-44C6-8CC8-C6614E3367A4}" dt="2025-04-16T12:47:10.284" v="1921" actId="20577"/>
          <ac:spMkLst>
            <pc:docMk/>
            <pc:sldMk cId="4230863415" sldId="2147473687"/>
            <ac:spMk id="8" creationId="{ACE7C13B-1D33-42FB-A6A2-1C8B5249F7CC}"/>
          </ac:spMkLst>
        </pc:spChg>
        <pc:spChg chg="del">
          <ac:chgData name="Mvendaga Ukor" userId="2156d843-37bc-47c3-adf0-0d12e1c713c8" providerId="ADAL" clId="{33CA2290-DFC3-44C6-8CC8-C6614E3367A4}" dt="2025-04-16T12:29:26.932" v="1546" actId="478"/>
          <ac:spMkLst>
            <pc:docMk/>
            <pc:sldMk cId="4230863415" sldId="2147473687"/>
            <ac:spMk id="11" creationId="{5ABFA7B4-8570-4A0F-A545-6B5747BA0C12}"/>
          </ac:spMkLst>
        </pc:spChg>
        <pc:spChg chg="mod">
          <ac:chgData name="Mvendaga Ukor" userId="2156d843-37bc-47c3-adf0-0d12e1c713c8" providerId="ADAL" clId="{33CA2290-DFC3-44C6-8CC8-C6614E3367A4}" dt="2025-04-16T12:29:11.433" v="1544" actId="1076"/>
          <ac:spMkLst>
            <pc:docMk/>
            <pc:sldMk cId="4230863415" sldId="2147473687"/>
            <ac:spMk id="13" creationId="{20FF5C6A-8438-4019-A143-C328EFDE09D3}"/>
          </ac:spMkLst>
        </pc:spChg>
        <pc:picChg chg="add mod">
          <ac:chgData name="Mvendaga Ukor" userId="2156d843-37bc-47c3-adf0-0d12e1c713c8" providerId="ADAL" clId="{33CA2290-DFC3-44C6-8CC8-C6614E3367A4}" dt="2025-04-16T12:38:20.721" v="1556" actId="1076"/>
          <ac:picMkLst>
            <pc:docMk/>
            <pc:sldMk cId="4230863415" sldId="2147473687"/>
            <ac:picMk id="3" creationId="{B1E820B5-527F-4C0C-B587-41F8D151FB92}"/>
          </ac:picMkLst>
        </pc:picChg>
        <pc:picChg chg="del">
          <ac:chgData name="Mvendaga Ukor" userId="2156d843-37bc-47c3-adf0-0d12e1c713c8" providerId="ADAL" clId="{33CA2290-DFC3-44C6-8CC8-C6614E3367A4}" dt="2025-04-16T12:29:28.289" v="1547" actId="478"/>
          <ac:picMkLst>
            <pc:docMk/>
            <pc:sldMk cId="4230863415" sldId="2147473687"/>
            <ac:picMk id="8" creationId="{4E2E7958-48DD-4A55-A020-DACC88FA692D}"/>
          </ac:picMkLst>
        </pc:picChg>
        <pc:cxnChg chg="del">
          <ac:chgData name="Mvendaga Ukor" userId="2156d843-37bc-47c3-adf0-0d12e1c713c8" providerId="ADAL" clId="{33CA2290-DFC3-44C6-8CC8-C6614E3367A4}" dt="2025-04-16T12:29:23.501" v="1545" actId="478"/>
          <ac:cxnSpMkLst>
            <pc:docMk/>
            <pc:sldMk cId="4230863415" sldId="2147473687"/>
            <ac:cxnSpMk id="12" creationId="{C30A84E2-C8A2-4680-AE08-05B08DCCCDE2}"/>
          </ac:cxnSpMkLst>
        </pc:cxnChg>
      </pc:sldChg>
      <pc:sldChg chg="add del">
        <pc:chgData name="Mvendaga Ukor" userId="2156d843-37bc-47c3-adf0-0d12e1c713c8" providerId="ADAL" clId="{33CA2290-DFC3-44C6-8CC8-C6614E3367A4}" dt="2025-04-16T12:41:47.174" v="1653" actId="2696"/>
        <pc:sldMkLst>
          <pc:docMk/>
          <pc:sldMk cId="2889600241" sldId="2147473688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753BF-19E9-4950-BE04-32A3210099C2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35A8F-67A6-43B2-8F25-83C33E1D2C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4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5A8F-67A6-43B2-8F25-83C33E1D2C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03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5A8F-67A6-43B2-8F25-83C33E1D2C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65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5A8F-67A6-43B2-8F25-83C33E1D2C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91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5A8F-67A6-43B2-8F25-83C33E1D2C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2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35A8F-67A6-43B2-8F25-83C33E1D2C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30EED-F011-A00E-87EF-9A276915A89B}"/>
              </a:ext>
            </a:extLst>
          </p:cNvPr>
          <p:cNvSpPr/>
          <p:nvPr userDrawn="1"/>
        </p:nvSpPr>
        <p:spPr>
          <a:xfrm>
            <a:off x="0" y="310150"/>
            <a:ext cx="12192000" cy="861775"/>
          </a:xfrm>
          <a:prstGeom prst="rect">
            <a:avLst/>
          </a:prstGeom>
          <a:solidFill>
            <a:srgbClr val="532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253D5DE-F10D-9580-6B1F-F43587AA1EF6}"/>
              </a:ext>
            </a:extLst>
          </p:cNvPr>
          <p:cNvGrpSpPr/>
          <p:nvPr userDrawn="1"/>
        </p:nvGrpSpPr>
        <p:grpSpPr>
          <a:xfrm>
            <a:off x="0" y="-7508"/>
            <a:ext cx="12192000" cy="317659"/>
            <a:chOff x="0" y="-215211"/>
            <a:chExt cx="9144000" cy="259891"/>
          </a:xfrm>
        </p:grpSpPr>
        <p:sp>
          <p:nvSpPr>
            <p:cNvPr id="19" name="bk object 25">
              <a:extLst>
                <a:ext uri="{FF2B5EF4-FFF2-40B4-BE49-F238E27FC236}">
                  <a16:creationId xmlns:a16="http://schemas.microsoft.com/office/drawing/2014/main" id="{C7FC011D-FA36-4599-2B88-07908B51A755}"/>
                </a:ext>
              </a:extLst>
            </p:cNvPr>
            <p:cNvSpPr/>
            <p:nvPr userDrawn="1"/>
          </p:nvSpPr>
          <p:spPr>
            <a:xfrm>
              <a:off x="0" y="-215211"/>
              <a:ext cx="591854" cy="259891"/>
            </a:xfrm>
            <a:custGeom>
              <a:avLst/>
              <a:gdLst/>
              <a:ahLst/>
              <a:cxnLst/>
              <a:rect l="l" t="t" r="r" b="b"/>
              <a:pathLst>
                <a:path w="1047115" h="1413510">
                  <a:moveTo>
                    <a:pt x="1046875" y="0"/>
                  </a:moveTo>
                  <a:lnTo>
                    <a:pt x="0" y="0"/>
                  </a:lnTo>
                  <a:lnTo>
                    <a:pt x="0" y="1412925"/>
                  </a:lnTo>
                  <a:lnTo>
                    <a:pt x="869393" y="1412925"/>
                  </a:lnTo>
                  <a:lnTo>
                    <a:pt x="1046875" y="0"/>
                  </a:lnTo>
                  <a:close/>
                </a:path>
              </a:pathLst>
            </a:custGeom>
            <a:solidFill>
              <a:srgbClr val="532E6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bk object 26">
              <a:extLst>
                <a:ext uri="{FF2B5EF4-FFF2-40B4-BE49-F238E27FC236}">
                  <a16:creationId xmlns:a16="http://schemas.microsoft.com/office/drawing/2014/main" id="{7EE570C0-095A-6D93-3684-56DB7603CD98}"/>
                </a:ext>
              </a:extLst>
            </p:cNvPr>
            <p:cNvSpPr/>
            <p:nvPr userDrawn="1"/>
          </p:nvSpPr>
          <p:spPr>
            <a:xfrm>
              <a:off x="292519" y="-215211"/>
              <a:ext cx="978410" cy="259891"/>
            </a:xfrm>
            <a:custGeom>
              <a:avLst/>
              <a:gdLst/>
              <a:ahLst/>
              <a:cxnLst/>
              <a:rect l="l" t="t" r="r" b="b"/>
              <a:pathLst>
                <a:path w="1731010" h="1413510">
                  <a:moveTo>
                    <a:pt x="1730918" y="0"/>
                  </a:moveTo>
                  <a:lnTo>
                    <a:pt x="179633" y="0"/>
                  </a:lnTo>
                  <a:lnTo>
                    <a:pt x="0" y="1412925"/>
                  </a:lnTo>
                  <a:lnTo>
                    <a:pt x="1296345" y="1412925"/>
                  </a:lnTo>
                  <a:lnTo>
                    <a:pt x="1730918" y="0"/>
                  </a:lnTo>
                  <a:close/>
                </a:path>
              </a:pathLst>
            </a:custGeom>
            <a:solidFill>
              <a:srgbClr val="8148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1" name="bk object 27">
              <a:extLst>
                <a:ext uri="{FF2B5EF4-FFF2-40B4-BE49-F238E27FC236}">
                  <a16:creationId xmlns:a16="http://schemas.microsoft.com/office/drawing/2014/main" id="{7485FCE9-B68E-253D-F6C9-FD1F19EB0F5E}"/>
                </a:ext>
              </a:extLst>
            </p:cNvPr>
            <p:cNvSpPr/>
            <p:nvPr userDrawn="1"/>
          </p:nvSpPr>
          <p:spPr>
            <a:xfrm>
              <a:off x="755510" y="-215211"/>
              <a:ext cx="1522170" cy="259891"/>
            </a:xfrm>
            <a:custGeom>
              <a:avLst/>
              <a:gdLst/>
              <a:ahLst/>
              <a:cxnLst/>
              <a:rect l="l" t="t" r="r" b="b"/>
              <a:pathLst>
                <a:path w="2693035" h="1413510">
                  <a:moveTo>
                    <a:pt x="2692774" y="0"/>
                  </a:moveTo>
                  <a:lnTo>
                    <a:pt x="435654" y="0"/>
                  </a:lnTo>
                  <a:lnTo>
                    <a:pt x="0" y="1412925"/>
                  </a:lnTo>
                  <a:lnTo>
                    <a:pt x="1878492" y="1412925"/>
                  </a:lnTo>
                  <a:lnTo>
                    <a:pt x="2692774" y="0"/>
                  </a:lnTo>
                  <a:close/>
                </a:path>
              </a:pathLst>
            </a:custGeom>
            <a:solidFill>
              <a:srgbClr val="532E63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2" name="bk object 28">
              <a:extLst>
                <a:ext uri="{FF2B5EF4-FFF2-40B4-BE49-F238E27FC236}">
                  <a16:creationId xmlns:a16="http://schemas.microsoft.com/office/drawing/2014/main" id="{DE05B396-887F-8073-C319-6CC7EBD1CD23}"/>
                </a:ext>
              </a:extLst>
            </p:cNvPr>
            <p:cNvSpPr/>
            <p:nvPr userDrawn="1"/>
          </p:nvSpPr>
          <p:spPr>
            <a:xfrm>
              <a:off x="1423320" y="-215211"/>
              <a:ext cx="1543705" cy="259891"/>
            </a:xfrm>
            <a:custGeom>
              <a:avLst/>
              <a:gdLst/>
              <a:ahLst/>
              <a:cxnLst/>
              <a:rect l="l" t="t" r="r" b="b"/>
              <a:pathLst>
                <a:path w="2731134" h="1413510">
                  <a:moveTo>
                    <a:pt x="2730969" y="0"/>
                  </a:moveTo>
                  <a:lnTo>
                    <a:pt x="816445" y="0"/>
                  </a:lnTo>
                  <a:lnTo>
                    <a:pt x="0" y="1412925"/>
                  </a:lnTo>
                  <a:lnTo>
                    <a:pt x="1593978" y="1412925"/>
                  </a:lnTo>
                  <a:lnTo>
                    <a:pt x="2730969" y="0"/>
                  </a:lnTo>
                  <a:close/>
                </a:path>
              </a:pathLst>
            </a:custGeom>
            <a:solidFill>
              <a:srgbClr val="8148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3" name="bk object 29">
              <a:extLst>
                <a:ext uri="{FF2B5EF4-FFF2-40B4-BE49-F238E27FC236}">
                  <a16:creationId xmlns:a16="http://schemas.microsoft.com/office/drawing/2014/main" id="{4A59806F-FF39-825F-2D88-06694DB750B9}"/>
                </a:ext>
              </a:extLst>
            </p:cNvPr>
            <p:cNvSpPr/>
            <p:nvPr userDrawn="1"/>
          </p:nvSpPr>
          <p:spPr>
            <a:xfrm>
              <a:off x="1982642" y="-215211"/>
              <a:ext cx="1062394" cy="259891"/>
            </a:xfrm>
            <a:custGeom>
              <a:avLst/>
              <a:gdLst/>
              <a:ahLst/>
              <a:cxnLst/>
              <a:rect l="l" t="t" r="r" b="b"/>
              <a:pathLst>
                <a:path w="1879600" h="1413510">
                  <a:moveTo>
                    <a:pt x="1879368" y="0"/>
                  </a:moveTo>
                  <a:lnTo>
                    <a:pt x="1140221" y="0"/>
                  </a:lnTo>
                  <a:lnTo>
                    <a:pt x="0" y="1412925"/>
                  </a:lnTo>
                  <a:lnTo>
                    <a:pt x="621900" y="1412925"/>
                  </a:lnTo>
                  <a:lnTo>
                    <a:pt x="1879368" y="0"/>
                  </a:lnTo>
                  <a:close/>
                </a:path>
              </a:pathLst>
            </a:custGeom>
            <a:solidFill>
              <a:srgbClr val="9454B0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4" name="bk object 30">
              <a:extLst>
                <a:ext uri="{FF2B5EF4-FFF2-40B4-BE49-F238E27FC236}">
                  <a16:creationId xmlns:a16="http://schemas.microsoft.com/office/drawing/2014/main" id="{7F3E7B51-C90D-35D5-6ACB-9D295A2A05A5}"/>
                </a:ext>
              </a:extLst>
            </p:cNvPr>
            <p:cNvSpPr/>
            <p:nvPr userDrawn="1"/>
          </p:nvSpPr>
          <p:spPr>
            <a:xfrm>
              <a:off x="2197700" y="-215211"/>
              <a:ext cx="2814272" cy="259891"/>
            </a:xfrm>
            <a:custGeom>
              <a:avLst/>
              <a:gdLst/>
              <a:ahLst/>
              <a:cxnLst/>
              <a:rect l="l" t="t" r="r" b="b"/>
              <a:pathLst>
                <a:path w="4979034" h="1413510">
                  <a:moveTo>
                    <a:pt x="4978576" y="0"/>
                  </a:moveTo>
                  <a:lnTo>
                    <a:pt x="1262846" y="0"/>
                  </a:lnTo>
                  <a:lnTo>
                    <a:pt x="0" y="1412925"/>
                  </a:lnTo>
                  <a:lnTo>
                    <a:pt x="3093828" y="1412925"/>
                  </a:lnTo>
                  <a:lnTo>
                    <a:pt x="4978576" y="0"/>
                  </a:lnTo>
                  <a:close/>
                </a:path>
              </a:pathLst>
            </a:custGeom>
            <a:solidFill>
              <a:srgbClr val="8148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5" name="bk object 31">
              <a:extLst>
                <a:ext uri="{FF2B5EF4-FFF2-40B4-BE49-F238E27FC236}">
                  <a16:creationId xmlns:a16="http://schemas.microsoft.com/office/drawing/2014/main" id="{92E89746-5911-3AAB-9853-81647E9D3A25}"/>
                </a:ext>
              </a:extLst>
            </p:cNvPr>
            <p:cNvSpPr/>
            <p:nvPr userDrawn="1"/>
          </p:nvSpPr>
          <p:spPr>
            <a:xfrm>
              <a:off x="3299674" y="-215211"/>
              <a:ext cx="2170016" cy="259891"/>
            </a:xfrm>
            <a:custGeom>
              <a:avLst/>
              <a:gdLst/>
              <a:ahLst/>
              <a:cxnLst/>
              <a:rect l="l" t="t" r="r" b="b"/>
              <a:pathLst>
                <a:path w="3839209" h="1413510">
                  <a:moveTo>
                    <a:pt x="3838727" y="0"/>
                  </a:moveTo>
                  <a:lnTo>
                    <a:pt x="1891189" y="0"/>
                  </a:lnTo>
                  <a:lnTo>
                    <a:pt x="0" y="1412925"/>
                  </a:lnTo>
                  <a:lnTo>
                    <a:pt x="1625414" y="1412925"/>
                  </a:lnTo>
                  <a:lnTo>
                    <a:pt x="3838727" y="0"/>
                  </a:lnTo>
                  <a:close/>
                </a:path>
              </a:pathLst>
            </a:custGeom>
            <a:solidFill>
              <a:srgbClr val="81489A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6" name="bk object 32">
              <a:extLst>
                <a:ext uri="{FF2B5EF4-FFF2-40B4-BE49-F238E27FC236}">
                  <a16:creationId xmlns:a16="http://schemas.microsoft.com/office/drawing/2014/main" id="{D2E5959A-AB5F-CCEC-E315-FF35736F2CC5}"/>
                </a:ext>
              </a:extLst>
            </p:cNvPr>
            <p:cNvSpPr/>
            <p:nvPr userDrawn="1"/>
          </p:nvSpPr>
          <p:spPr>
            <a:xfrm>
              <a:off x="3835610" y="-215211"/>
              <a:ext cx="5308390" cy="259891"/>
            </a:xfrm>
            <a:custGeom>
              <a:avLst/>
              <a:gdLst/>
              <a:ahLst/>
              <a:cxnLst/>
              <a:rect l="l" t="t" r="r" b="b"/>
              <a:pathLst>
                <a:path w="9391650" h="1413510">
                  <a:moveTo>
                    <a:pt x="9391076" y="0"/>
                  </a:moveTo>
                  <a:lnTo>
                    <a:pt x="2213316" y="0"/>
                  </a:lnTo>
                  <a:lnTo>
                    <a:pt x="0" y="1412929"/>
                  </a:lnTo>
                  <a:lnTo>
                    <a:pt x="9391076" y="1412929"/>
                  </a:lnTo>
                  <a:lnTo>
                    <a:pt x="9391076" y="0"/>
                  </a:lnTo>
                  <a:close/>
                </a:path>
              </a:pathLst>
            </a:custGeom>
            <a:gradFill>
              <a:gsLst>
                <a:gs pos="0">
                  <a:srgbClr val="532E63"/>
                </a:gs>
                <a:gs pos="100000">
                  <a:srgbClr val="81489A"/>
                </a:gs>
              </a:gsLst>
              <a:lin ang="0" scaled="0"/>
            </a:gra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154547" y="367703"/>
            <a:ext cx="9659155" cy="748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867" b="0">
                <a:solidFill>
                  <a:schemeClr val="bg2"/>
                </a:solidFill>
                <a:latin typeface="Calibri" panose="020F0502020204030204" pitchFamily="34" charset="0"/>
              </a:rPr>
              <a:t>CENTERS FOR DISEASE CONTROL AND PREVENTION</a:t>
            </a:r>
          </a:p>
          <a:p>
            <a:r>
              <a:rPr lang="en-US" sz="2400" b="1">
                <a:solidFill>
                  <a:schemeClr val="bg2"/>
                </a:solidFill>
                <a:latin typeface="Calibri" panose="020F0502020204030204" pitchFamily="34" charset="0"/>
              </a:rPr>
              <a:t>Global Health Center</a:t>
            </a:r>
          </a:p>
        </p:txBody>
      </p:sp>
      <p:sp>
        <p:nvSpPr>
          <p:cNvPr id="7" name="Title 1"/>
          <p:cNvSpPr>
            <a:spLocks noGrp="1"/>
          </p:cNvSpPr>
          <p:nvPr userDrawn="1">
            <p:ph type="title"/>
          </p:nvPr>
        </p:nvSpPr>
        <p:spPr>
          <a:xfrm>
            <a:off x="609600" y="1368900"/>
            <a:ext cx="10972800" cy="115577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4000"/>
              </a:lnSpc>
              <a:defRPr sz="3733" b="1" baseline="0">
                <a:solidFill>
                  <a:srgbClr val="532E63"/>
                </a:solidFill>
                <a:effectLst/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ubtitle 2"/>
          <p:cNvSpPr>
            <a:spLocks noGrp="1"/>
          </p:cNvSpPr>
          <p:nvPr userDrawn="1">
            <p:ph type="subTitle" idx="1"/>
          </p:nvPr>
        </p:nvSpPr>
        <p:spPr>
          <a:xfrm>
            <a:off x="609600" y="2859349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67" b="1" baseline="0">
                <a:solidFill>
                  <a:srgbClr val="1D1D1D"/>
                </a:solidFill>
                <a:effectLst/>
                <a:latin typeface="Calibri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/>
          </a:p>
        </p:txBody>
      </p:sp>
      <p:sp>
        <p:nvSpPr>
          <p:cNvPr id="10" name="Text Placeholder 8"/>
          <p:cNvSpPr>
            <a:spLocks noGrp="1"/>
          </p:cNvSpPr>
          <p:nvPr userDrawn="1">
            <p:ph type="body" sz="quarter" idx="10"/>
          </p:nvPr>
        </p:nvSpPr>
        <p:spPr>
          <a:xfrm>
            <a:off x="609600" y="3946019"/>
            <a:ext cx="8534400" cy="1295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67"/>
              </a:lnSpc>
              <a:buNone/>
              <a:defRPr sz="2400" baseline="0">
                <a:solidFill>
                  <a:srgbClr val="1D1D1D"/>
                </a:solidFill>
                <a:latin typeface="Calibri" pitchFamily="34" charset="0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6F02A4-3282-8AA5-EC8A-32077A87120E}"/>
              </a:ext>
            </a:extLst>
          </p:cNvPr>
          <p:cNvCxnSpPr/>
          <p:nvPr userDrawn="1"/>
        </p:nvCxnSpPr>
        <p:spPr>
          <a:xfrm>
            <a:off x="0" y="300835"/>
            <a:ext cx="12192000" cy="0"/>
          </a:xfrm>
          <a:prstGeom prst="line">
            <a:avLst/>
          </a:prstGeom>
          <a:ln w="6350">
            <a:solidFill>
              <a:srgbClr val="AC7CC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E7D0B70-67F3-C2D1-8553-E9E20A215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987" y="93135"/>
            <a:ext cx="1730151" cy="98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0488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ID_BACKGROUND_SECONDARY">
    <p:bg>
      <p:bgPr>
        <a:solidFill>
          <a:srgbClr val="5E97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467097"/>
            <a:ext cx="11059884" cy="1162051"/>
          </a:xfrm>
          <a:prstGeom prst="rect">
            <a:avLst/>
          </a:prstGeom>
        </p:spPr>
        <p:txBody>
          <a:bodyPr anchor="b"/>
          <a:lstStyle>
            <a:lvl1pPr algn="l">
              <a:defRPr sz="4800" b="1" baseline="0">
                <a:solidFill>
                  <a:schemeClr val="bg2"/>
                </a:solidFill>
                <a:effectLst/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609601" y="5900928"/>
            <a:ext cx="10363200" cy="568325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ts val="2933"/>
              </a:lnSpc>
              <a:buNone/>
              <a:defRPr sz="2667" baseline="0">
                <a:solidFill>
                  <a:schemeClr val="bg2"/>
                </a:solidFill>
                <a:latin typeface="Calibri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3184655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1176309-0BB2-9C4C-2372-D3BD83B8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66185"/>
            <a:ext cx="10735615" cy="1325033"/>
          </a:xfrm>
          <a:prstGeom prst="rect">
            <a:avLst/>
          </a:prstGeom>
        </p:spPr>
        <p:txBody>
          <a:bodyPr anchor="ctr"/>
          <a:lstStyle>
            <a:lvl1pPr algn="l">
              <a:defRPr sz="3733" b="1">
                <a:solidFill>
                  <a:srgbClr val="532E6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82B54C-69AE-3A17-8682-3EDF940DD7F0}"/>
              </a:ext>
            </a:extLst>
          </p:cNvPr>
          <p:cNvGrpSpPr/>
          <p:nvPr userDrawn="1"/>
        </p:nvGrpSpPr>
        <p:grpSpPr>
          <a:xfrm>
            <a:off x="0" y="6737280"/>
            <a:ext cx="12192000" cy="133035"/>
            <a:chOff x="0" y="5052960"/>
            <a:chExt cx="9144000" cy="997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A90207-87B7-A11C-60CF-16ECC36A1F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82666" y="5052960"/>
              <a:ext cx="603083" cy="99776"/>
            </a:xfrm>
            <a:prstGeom prst="rect">
              <a:avLst/>
            </a:prstGeom>
            <a:solidFill>
              <a:srgbClr val="D59F0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F8EC67-7FA4-40F2-5165-C661928CBE7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677884" y="5052960"/>
              <a:ext cx="603083" cy="99776"/>
            </a:xfrm>
            <a:prstGeom prst="rect">
              <a:avLst/>
            </a:prstGeom>
            <a:solidFill>
              <a:srgbClr val="5E9732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B9DCFC-EFA1-6589-7347-33B30BE56FA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280966" y="5052960"/>
              <a:ext cx="603574" cy="99776"/>
            </a:xfrm>
            <a:prstGeom prst="rect">
              <a:avLst/>
            </a:prstGeom>
            <a:solidFill>
              <a:srgbClr val="B9AB97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0546B5-C336-8727-5238-8025FEAF34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70697" y="5052960"/>
              <a:ext cx="1273303" cy="99776"/>
            </a:xfrm>
            <a:prstGeom prst="rect">
              <a:avLst/>
            </a:prstGeom>
            <a:solidFill>
              <a:srgbClr val="17468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9EA6AD7C-155C-370F-ECEA-667BBC1EE4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5052960"/>
              <a:ext cx="5679249" cy="99776"/>
            </a:xfrm>
            <a:prstGeom prst="rect">
              <a:avLst/>
            </a:prstGeom>
            <a:solidFill>
              <a:srgbClr val="532E63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1ED9ED-F36B-AA7C-ED23-4FDBAFAF7B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583" y="5052960"/>
              <a:ext cx="603083" cy="99776"/>
            </a:xfrm>
            <a:prstGeom prst="rect">
              <a:avLst/>
            </a:prstGeom>
            <a:solidFill>
              <a:srgbClr val="B50938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</p:grp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18B80B-44C4-D634-C2C6-974E8AEDD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811867"/>
            <a:ext cx="4833872" cy="4421717"/>
          </a:xfrm>
        </p:spPr>
        <p:txBody>
          <a:bodyPr/>
          <a:lstStyle>
            <a:lvl1pPr marL="309026" indent="-309026">
              <a:buClr>
                <a:srgbClr val="000000"/>
              </a:buClr>
              <a:buFont typeface="Arial" panose="020B0604020202020204" pitchFamily="34" charset="0"/>
              <a:buChar char="•"/>
              <a:defRPr sz="2667" b="0">
                <a:solidFill>
                  <a:srgbClr val="1D1D1D"/>
                </a:solidFill>
              </a:defRPr>
            </a:lvl1pPr>
            <a:lvl2pPr marL="609585" indent="-300559">
              <a:buClr>
                <a:srgbClr val="000000"/>
              </a:buClr>
              <a:buFont typeface="Calibri" panose="020F0502020204030204" pitchFamily="34" charset="0"/>
              <a:buChar char="⁻"/>
              <a:defRPr sz="2400">
                <a:solidFill>
                  <a:srgbClr val="1D1D1D"/>
                </a:solidFill>
              </a:defRPr>
            </a:lvl2pPr>
            <a:lvl3pPr marL="918610" indent="-230712">
              <a:defRPr sz="2133">
                <a:solidFill>
                  <a:srgbClr val="1D1D1D"/>
                </a:solidFill>
              </a:defRPr>
            </a:lvl3pPr>
            <a:lvl4pPr marL="1219170" indent="-232828">
              <a:defRPr sz="1867">
                <a:solidFill>
                  <a:srgbClr val="1D1D1D"/>
                </a:solidFill>
              </a:defRPr>
            </a:lvl4pPr>
            <a:lvl5pPr marL="1528195" indent="-309026"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F61679C-B335-7AE5-48C7-E791816FB8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19928" y="1811867"/>
            <a:ext cx="4833872" cy="4421717"/>
          </a:xfrm>
        </p:spPr>
        <p:txBody>
          <a:bodyPr/>
          <a:lstStyle>
            <a:lvl1pPr marL="309026" indent="-309026">
              <a:buClr>
                <a:srgbClr val="000000"/>
              </a:buClr>
              <a:buFont typeface="Arial" panose="020B0604020202020204" pitchFamily="34" charset="0"/>
              <a:buChar char="•"/>
              <a:defRPr sz="2667" b="0">
                <a:solidFill>
                  <a:srgbClr val="1D1D1D"/>
                </a:solidFill>
              </a:defRPr>
            </a:lvl1pPr>
            <a:lvl2pPr marL="609585" indent="-300559">
              <a:buClr>
                <a:srgbClr val="000000"/>
              </a:buClr>
              <a:buFont typeface="Calibri" panose="020F0502020204030204" pitchFamily="34" charset="0"/>
              <a:buChar char="⁻"/>
              <a:defRPr sz="2400">
                <a:solidFill>
                  <a:srgbClr val="1D1D1D"/>
                </a:solidFill>
              </a:defRPr>
            </a:lvl2pPr>
            <a:lvl3pPr marL="918610" indent="-230712">
              <a:defRPr sz="2133">
                <a:solidFill>
                  <a:srgbClr val="1D1D1D"/>
                </a:solidFill>
              </a:defRPr>
            </a:lvl3pPr>
            <a:lvl4pPr marL="1219170" indent="-232828">
              <a:defRPr sz="1867">
                <a:solidFill>
                  <a:srgbClr val="1D1D1D"/>
                </a:solidFill>
              </a:defRPr>
            </a:lvl4pPr>
            <a:lvl5pPr marL="1528195" indent="-309026"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71974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+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C7C7B02A-16A0-4F02-8665-3ADC835153D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1811867"/>
            <a:ext cx="5486400" cy="4421717"/>
          </a:xfrm>
        </p:spPr>
        <p:txBody>
          <a:bodyPr/>
          <a:lstStyle>
            <a:lvl1pPr>
              <a:spcAft>
                <a:spcPts val="1600"/>
              </a:spcAft>
              <a:buNone/>
              <a:defRPr sz="2667" b="1">
                <a:solidFill>
                  <a:srgbClr val="000000"/>
                </a:solidFill>
              </a:defRPr>
            </a:lvl1pPr>
            <a:lvl2pPr marL="387341" indent="-387341">
              <a:spcBef>
                <a:spcPts val="800"/>
              </a:spcBef>
              <a:spcAft>
                <a:spcPts val="800"/>
              </a:spcAft>
              <a:buClr>
                <a:srgbClr val="9B4E9E"/>
              </a:buClr>
              <a:buFont typeface="Wingdings" panose="05000000000000000000" pitchFamily="2" charset="2"/>
              <a:buChar char="§"/>
              <a:defRPr sz="3733"/>
            </a:lvl2pPr>
            <a:lvl3pPr marL="831830" indent="-444489">
              <a:spcBef>
                <a:spcPts val="800"/>
              </a:spcBef>
              <a:spcAft>
                <a:spcPts val="800"/>
              </a:spcAft>
              <a:buClr>
                <a:srgbClr val="692145"/>
              </a:buClr>
              <a:defRPr sz="3200"/>
            </a:lvl3pPr>
            <a:lvl4pPr marL="1219170" indent="-309026">
              <a:spcBef>
                <a:spcPts val="800"/>
              </a:spcBef>
              <a:spcAft>
                <a:spcPts val="800"/>
              </a:spcAft>
              <a:defRPr/>
            </a:lvl4pPr>
          </a:lstStyle>
          <a:p>
            <a:pPr lvl="0"/>
            <a:r>
              <a:rPr lang="en-US"/>
              <a:t>Object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6C6020-9EFE-5075-319B-7AFF020537F9}"/>
              </a:ext>
            </a:extLst>
          </p:cNvPr>
          <p:cNvGrpSpPr/>
          <p:nvPr userDrawn="1"/>
        </p:nvGrpSpPr>
        <p:grpSpPr>
          <a:xfrm>
            <a:off x="0" y="6737280"/>
            <a:ext cx="12192000" cy="133035"/>
            <a:chOff x="0" y="5052960"/>
            <a:chExt cx="9144000" cy="997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0CD5E55-F71B-5C9F-EE53-A2D064FF44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82666" y="5052960"/>
              <a:ext cx="603083" cy="99776"/>
            </a:xfrm>
            <a:prstGeom prst="rect">
              <a:avLst/>
            </a:prstGeom>
            <a:solidFill>
              <a:srgbClr val="D59F0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2877051-586E-F792-DCCD-B13CFA153F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677884" y="5052960"/>
              <a:ext cx="603083" cy="99776"/>
            </a:xfrm>
            <a:prstGeom prst="rect">
              <a:avLst/>
            </a:prstGeom>
            <a:solidFill>
              <a:srgbClr val="5E9732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6DFD2-6375-31FF-19A6-48A7986E52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280966" y="5052960"/>
              <a:ext cx="603574" cy="99776"/>
            </a:xfrm>
            <a:prstGeom prst="rect">
              <a:avLst/>
            </a:prstGeom>
            <a:solidFill>
              <a:srgbClr val="B9AB97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528D8E5-E9E8-6775-72C3-DFB9FA33AD7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70697" y="5052960"/>
              <a:ext cx="1273303" cy="99776"/>
            </a:xfrm>
            <a:prstGeom prst="rect">
              <a:avLst/>
            </a:prstGeom>
            <a:solidFill>
              <a:srgbClr val="17468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4F31EC86-D238-29FF-9573-9C0AAC0DB17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5052960"/>
              <a:ext cx="5679249" cy="99776"/>
            </a:xfrm>
            <a:prstGeom prst="rect">
              <a:avLst/>
            </a:prstGeom>
            <a:solidFill>
              <a:srgbClr val="532E63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F29053-56E8-3DBB-C802-D0C9D4469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583" y="5052960"/>
              <a:ext cx="603083" cy="99776"/>
            </a:xfrm>
            <a:prstGeom prst="rect">
              <a:avLst/>
            </a:prstGeom>
            <a:solidFill>
              <a:srgbClr val="B50938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</p:grp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0D3AA24-E734-0759-1138-10F46520F3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811867"/>
            <a:ext cx="5091449" cy="4421717"/>
          </a:xfrm>
        </p:spPr>
        <p:txBody>
          <a:bodyPr/>
          <a:lstStyle>
            <a:lvl1pPr marL="309026" indent="-309026">
              <a:buClr>
                <a:srgbClr val="000000"/>
              </a:buClr>
              <a:buFont typeface="Arial" panose="020B0604020202020204" pitchFamily="34" charset="0"/>
              <a:buChar char="•"/>
              <a:defRPr sz="2667" b="0">
                <a:solidFill>
                  <a:srgbClr val="1D1D1D"/>
                </a:solidFill>
              </a:defRPr>
            </a:lvl1pPr>
            <a:lvl2pPr marL="609585" indent="-300559">
              <a:buClr>
                <a:srgbClr val="000000"/>
              </a:buClr>
              <a:buFont typeface="Calibri" panose="020F0502020204030204" pitchFamily="34" charset="0"/>
              <a:buChar char="⁻"/>
              <a:defRPr sz="2400">
                <a:solidFill>
                  <a:srgbClr val="1D1D1D"/>
                </a:solidFill>
              </a:defRPr>
            </a:lvl2pPr>
            <a:lvl3pPr marL="918610" indent="-230712">
              <a:defRPr sz="2133">
                <a:solidFill>
                  <a:srgbClr val="1D1D1D"/>
                </a:solidFill>
              </a:defRPr>
            </a:lvl3pPr>
            <a:lvl4pPr marL="1219170" indent="-232828">
              <a:defRPr sz="1867">
                <a:solidFill>
                  <a:srgbClr val="1D1D1D"/>
                </a:solidFill>
              </a:defRPr>
            </a:lvl4pPr>
            <a:lvl5pPr marL="1528195" indent="-309026"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2">
            <a:extLst>
              <a:ext uri="{FF2B5EF4-FFF2-40B4-BE49-F238E27FC236}">
                <a16:creationId xmlns:a16="http://schemas.microsoft.com/office/drawing/2014/main" id="{7B9F5ED4-FF50-1081-7AD6-1DB930A7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66185"/>
            <a:ext cx="10735615" cy="1325033"/>
          </a:xfrm>
          <a:prstGeom prst="rect">
            <a:avLst/>
          </a:prstGeom>
        </p:spPr>
        <p:txBody>
          <a:bodyPr anchor="ctr"/>
          <a:lstStyle>
            <a:lvl1pPr algn="l">
              <a:defRPr sz="3733" b="1">
                <a:solidFill>
                  <a:srgbClr val="532E6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571779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8095E-9992-3557-7E20-5CB438DF0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644B-38CE-582E-06C3-17A0B5251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53CEFB-6D1B-84C9-7EC9-4383DA1E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0DA79-C4EC-418A-A6DE-91F212B41EC5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18C71-3E83-A324-C3E7-A41A910D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BA9AE-2622-0A96-653A-263A5748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47E8-245F-4213-ABDE-3BCB8CB3E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76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A305-4F5C-4287-67D3-A3DFDFCF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29E1D-19C6-0F30-7C98-D314AB2AB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0FCED-B048-3C77-ED26-921083C1B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0DA79-C4EC-418A-A6DE-91F212B41EC5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183AE-3E5B-808A-3D16-277B7C28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49D62-BBAC-783B-83E4-09090D0BC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47E8-245F-4213-ABDE-3BCB8CB3E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ighlighted Text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7186086" y="228600"/>
            <a:ext cx="4701116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6" y="6417178"/>
            <a:ext cx="1549161" cy="308071"/>
          </a:xfrm>
          <a:prstGeom prst="rect">
            <a:avLst/>
          </a:prstGeom>
        </p:spPr>
      </p:pic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1421986" y="6398559"/>
            <a:ext cx="588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4048" y="594113"/>
            <a:ext cx="11103904" cy="32539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6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243840" y="228601"/>
            <a:ext cx="11704320" cy="6428591"/>
          </a:xfrm>
          <a:prstGeom prst="rect">
            <a:avLst/>
          </a:prstGeom>
          <a:noFill/>
          <a:ln w="53975">
            <a:solidFill>
              <a:srgbClr val="0C50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2731438-A808-4ABE-9C74-8A00C1994AFF}"/>
              </a:ext>
            </a:extLst>
          </p:cNvPr>
          <p:cNvSpPr txBox="1">
            <a:spLocks/>
          </p:cNvSpPr>
          <p:nvPr userDrawn="1"/>
        </p:nvSpPr>
        <p:spPr>
          <a:xfrm>
            <a:off x="11347854" y="6342192"/>
            <a:ext cx="588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23628F-A5FA-4BCB-A370-58EE698AF935}" type="slidenum">
              <a:rPr lang="en-US" sz="900" smtClean="0">
                <a:solidFill>
                  <a:schemeClr val="tx1"/>
                </a:solidFill>
              </a:rPr>
              <a:pPr/>
              <a:t>‹#›</a:t>
            </a:fld>
            <a:endParaRPr lang="en-US" sz="90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623A87-34F8-4802-8524-BA6F34AFF3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7063" y="6432499"/>
            <a:ext cx="7997876" cy="3667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B1170A-C43B-4EB2-A8CF-80A7BD7B88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12" y="6270554"/>
            <a:ext cx="1549161" cy="308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4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pos="2880">
          <p15:clr>
            <a:srgbClr val="FBAE40"/>
          </p15:clr>
        </p15:guide>
        <p15:guide id="3" pos="5616">
          <p15:clr>
            <a:srgbClr val="FBAE40"/>
          </p15:clr>
        </p15:guide>
        <p15:guide id="4" pos="108">
          <p15:clr>
            <a:srgbClr val="FBAE40"/>
          </p15:clr>
        </p15:guide>
        <p15:guide id="5" orient="horz" pos="144">
          <p15:clr>
            <a:srgbClr val="FBAE40"/>
          </p15:clr>
        </p15:guide>
        <p15:guide id="6" orient="horz" pos="422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Dark 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3"/>
            <a:ext cx="12192000" cy="822960"/>
          </a:xfrm>
          <a:prstGeom prst="rect">
            <a:avLst/>
          </a:prstGeom>
          <a:solidFill>
            <a:srgbClr val="0C507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30021" y="203817"/>
            <a:ext cx="11690843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70" y="6290312"/>
            <a:ext cx="1954292" cy="531323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228602" y="6020373"/>
            <a:ext cx="7732820" cy="1549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800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5"/>
          <p:cNvSpPr txBox="1">
            <a:spLocks/>
          </p:cNvSpPr>
          <p:nvPr/>
        </p:nvSpPr>
        <p:spPr>
          <a:xfrm>
            <a:off x="11529566" y="6488208"/>
            <a:ext cx="588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23628F-A5FA-4BCB-A370-58EE698AF935}" type="slidenum">
              <a:rPr lang="en-US" sz="900" smtClean="0"/>
              <a:pPr/>
              <a:t>‹#›</a:t>
            </a:fld>
            <a:endParaRPr lang="en-US" sz="90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267536" y="958048"/>
            <a:ext cx="11614149" cy="214212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336542" indent="-160335"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 marL="577836" indent="-241294">
              <a:buFont typeface="Segoe UI" panose="020B0502040204020203" pitchFamily="34" charset="0"/>
              <a:buChar char="–"/>
              <a:defRPr sz="2400">
                <a:solidFill>
                  <a:schemeClr val="bg2">
                    <a:lumMod val="25000"/>
                  </a:schemeClr>
                </a:solidFill>
              </a:defRPr>
            </a:lvl3pPr>
            <a:lvl4pPr marL="801668" indent="-176209"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</a:defRPr>
            </a:lvl4pPr>
            <a:lvl5pPr marL="1027088" indent="-225420">
              <a:buFont typeface="Century Gothic" panose="020B0502020202020204" pitchFamily="34" charset="0"/>
              <a:buChar char="○"/>
              <a:defRPr sz="2400">
                <a:solidFill>
                  <a:schemeClr val="bg2">
                    <a:lumMod val="25000"/>
                  </a:schemeClr>
                </a:solidFill>
              </a:defRPr>
            </a:lvl5pPr>
            <a:lvl6pPr marL="1200121" indent="-171446">
              <a:defRPr sz="24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A85D3-91B7-4184-B852-92EE98CE7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4374" y="6314833"/>
            <a:ext cx="7997876" cy="366715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9583A3D-D444-4113-9CCE-B62B6627C20A}"/>
              </a:ext>
            </a:extLst>
          </p:cNvPr>
          <p:cNvSpPr txBox="1">
            <a:spLocks/>
          </p:cNvSpPr>
          <p:nvPr userDrawn="1"/>
        </p:nvSpPr>
        <p:spPr>
          <a:xfrm>
            <a:off x="11529566" y="6488208"/>
            <a:ext cx="588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23628F-A5FA-4BCB-A370-58EE698AF935}" type="slidenum">
              <a:rPr lang="en-US" sz="900" smtClean="0"/>
              <a:pPr/>
              <a:t>‹#›</a:t>
            </a:fld>
            <a:endParaRPr lang="en-US" sz="9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0C7318-E227-4168-B269-541701C309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4374" y="6314833"/>
            <a:ext cx="7997876" cy="36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9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pos="3840">
          <p15:clr>
            <a:srgbClr val="FBAE40"/>
          </p15:clr>
        </p15:guide>
        <p15:guide id="3" pos="7552">
          <p15:clr>
            <a:srgbClr val="FBAE40"/>
          </p15:clr>
        </p15:guide>
        <p15:guide id="4" pos="128">
          <p15:clr>
            <a:srgbClr val="FBAE40"/>
          </p15:clr>
        </p15:guide>
        <p15:guide id="5" orient="horz" pos="144">
          <p15:clr>
            <a:srgbClr val="FBAE40"/>
          </p15:clr>
        </p15:guide>
        <p15:guide id="6" orient="horz" pos="422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4F5A1-85B1-47BD-9171-4DF80A39B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7B476-AD49-43F7-9D22-4BF523EBE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3E3E5-8A31-4D99-9446-E6B4D27F0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8993-CAF8-41B8-92E0-4A60D32D0103}" type="datetime1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2152D-E69C-4262-820D-37FA0748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Source: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681C1-A315-4FF4-9F7C-891DF7F7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041BE-0A8D-4BDA-847C-256FEEE9A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4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ID_BACKGROUND_SECONDARY">
    <p:bg>
      <p:bgPr>
        <a:solidFill>
          <a:srgbClr val="5E97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467097"/>
            <a:ext cx="11059884" cy="1162051"/>
          </a:xfrm>
          <a:prstGeom prst="rect">
            <a:avLst/>
          </a:prstGeom>
        </p:spPr>
        <p:txBody>
          <a:bodyPr anchor="b"/>
          <a:lstStyle>
            <a:lvl1pPr algn="l">
              <a:defRPr sz="4800" b="1" baseline="0">
                <a:solidFill>
                  <a:schemeClr val="bg2"/>
                </a:solidFill>
                <a:effectLst/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609601" y="5900928"/>
            <a:ext cx="10363200" cy="568325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ts val="2933"/>
              </a:lnSpc>
              <a:buNone/>
              <a:defRPr sz="2667" baseline="0">
                <a:solidFill>
                  <a:schemeClr val="bg2"/>
                </a:solidFill>
                <a:latin typeface="Calibri" pitchFamily="34" charset="0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43400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94A7ABC6-1235-2347-9A1E-AEF80842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6185"/>
            <a:ext cx="10981384" cy="1325033"/>
          </a:xfrm>
          <a:prstGeom prst="rect">
            <a:avLst/>
          </a:prstGeom>
        </p:spPr>
        <p:txBody>
          <a:bodyPr anchor="ctr"/>
          <a:lstStyle>
            <a:lvl1pPr algn="l">
              <a:defRPr sz="3733" b="1">
                <a:solidFill>
                  <a:srgbClr val="532E6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48DD1C-D817-0214-12A8-04FB6C67360A}"/>
              </a:ext>
            </a:extLst>
          </p:cNvPr>
          <p:cNvGrpSpPr/>
          <p:nvPr userDrawn="1"/>
        </p:nvGrpSpPr>
        <p:grpSpPr>
          <a:xfrm>
            <a:off x="0" y="6737280"/>
            <a:ext cx="12192000" cy="133035"/>
            <a:chOff x="0" y="5052960"/>
            <a:chExt cx="9144000" cy="997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BFC3B4-62C8-5286-D2F0-1D6CEF53B62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82666" y="5052960"/>
              <a:ext cx="603083" cy="99776"/>
            </a:xfrm>
            <a:prstGeom prst="rect">
              <a:avLst/>
            </a:prstGeom>
            <a:solidFill>
              <a:srgbClr val="D59F0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94172AB-EB50-EB5D-0D8C-192F760614E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677884" y="5052960"/>
              <a:ext cx="603083" cy="99776"/>
            </a:xfrm>
            <a:prstGeom prst="rect">
              <a:avLst/>
            </a:prstGeom>
            <a:solidFill>
              <a:srgbClr val="5E9732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86336C-9D33-6FBE-85EE-FC21E4A6A6C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280966" y="5052960"/>
              <a:ext cx="603574" cy="99776"/>
            </a:xfrm>
            <a:prstGeom prst="rect">
              <a:avLst/>
            </a:prstGeom>
            <a:solidFill>
              <a:srgbClr val="B9AB97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FB16C-040A-63F4-5F29-9C3515C2422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70697" y="5052960"/>
              <a:ext cx="1273303" cy="99776"/>
            </a:xfrm>
            <a:prstGeom prst="rect">
              <a:avLst/>
            </a:prstGeom>
            <a:solidFill>
              <a:srgbClr val="17468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3FD9AACC-6A5D-F3CD-E4DD-592B070A2D2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5052960"/>
              <a:ext cx="5679249" cy="99776"/>
            </a:xfrm>
            <a:prstGeom prst="rect">
              <a:avLst/>
            </a:prstGeom>
            <a:solidFill>
              <a:srgbClr val="532E63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45F16FE-ADB3-564C-9265-568287DCF38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583" y="5052960"/>
              <a:ext cx="603083" cy="99776"/>
            </a:xfrm>
            <a:prstGeom prst="rect">
              <a:avLst/>
            </a:prstGeom>
            <a:solidFill>
              <a:srgbClr val="B50938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</p:grp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D27ABE4-CA26-32C1-7149-869897856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801285"/>
            <a:ext cx="10981267" cy="4059767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858565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1176309-0BB2-9C4C-2372-D3BD83B8A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66185"/>
            <a:ext cx="10735615" cy="1325033"/>
          </a:xfrm>
          <a:prstGeom prst="rect">
            <a:avLst/>
          </a:prstGeom>
        </p:spPr>
        <p:txBody>
          <a:bodyPr anchor="ctr"/>
          <a:lstStyle>
            <a:lvl1pPr algn="l">
              <a:defRPr sz="3733" b="1">
                <a:solidFill>
                  <a:srgbClr val="532E6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82B54C-69AE-3A17-8682-3EDF940DD7F0}"/>
              </a:ext>
            </a:extLst>
          </p:cNvPr>
          <p:cNvGrpSpPr/>
          <p:nvPr userDrawn="1"/>
        </p:nvGrpSpPr>
        <p:grpSpPr>
          <a:xfrm>
            <a:off x="0" y="6737280"/>
            <a:ext cx="12192000" cy="133035"/>
            <a:chOff x="0" y="5052960"/>
            <a:chExt cx="9144000" cy="9977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A90207-87B7-A11C-60CF-16ECC36A1F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82666" y="5052960"/>
              <a:ext cx="603083" cy="99776"/>
            </a:xfrm>
            <a:prstGeom prst="rect">
              <a:avLst/>
            </a:prstGeom>
            <a:solidFill>
              <a:srgbClr val="D59F0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F8EC67-7FA4-40F2-5165-C661928CBE7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677884" y="5052960"/>
              <a:ext cx="603083" cy="99776"/>
            </a:xfrm>
            <a:prstGeom prst="rect">
              <a:avLst/>
            </a:prstGeom>
            <a:solidFill>
              <a:srgbClr val="5E9732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3B9DCFC-EFA1-6589-7347-33B30BE56FA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280966" y="5052960"/>
              <a:ext cx="603574" cy="99776"/>
            </a:xfrm>
            <a:prstGeom prst="rect">
              <a:avLst/>
            </a:prstGeom>
            <a:solidFill>
              <a:srgbClr val="B9AB97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0546B5-C336-8727-5238-8025FEAF34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70697" y="5052960"/>
              <a:ext cx="1273303" cy="99776"/>
            </a:xfrm>
            <a:prstGeom prst="rect">
              <a:avLst/>
            </a:prstGeom>
            <a:solidFill>
              <a:srgbClr val="17468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9EA6AD7C-155C-370F-ECEA-667BBC1EE4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5052960"/>
              <a:ext cx="5679249" cy="99776"/>
            </a:xfrm>
            <a:prstGeom prst="rect">
              <a:avLst/>
            </a:prstGeom>
            <a:solidFill>
              <a:srgbClr val="532E63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F1ED9ED-F36B-AA7C-ED23-4FDBAFAF7BB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583" y="5052960"/>
              <a:ext cx="603083" cy="99776"/>
            </a:xfrm>
            <a:prstGeom prst="rect">
              <a:avLst/>
            </a:prstGeom>
            <a:solidFill>
              <a:srgbClr val="B50938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</p:grp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18B80B-44C4-D634-C2C6-974E8AEDD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811867"/>
            <a:ext cx="4833872" cy="4421717"/>
          </a:xfrm>
        </p:spPr>
        <p:txBody>
          <a:bodyPr/>
          <a:lstStyle>
            <a:lvl1pPr marL="309026" indent="-309026">
              <a:buClr>
                <a:srgbClr val="000000"/>
              </a:buClr>
              <a:buFont typeface="Arial" panose="020B0604020202020204" pitchFamily="34" charset="0"/>
              <a:buChar char="•"/>
              <a:defRPr sz="2667" b="0">
                <a:solidFill>
                  <a:srgbClr val="1D1D1D"/>
                </a:solidFill>
              </a:defRPr>
            </a:lvl1pPr>
            <a:lvl2pPr marL="609585" indent="-300559">
              <a:buClr>
                <a:srgbClr val="000000"/>
              </a:buClr>
              <a:buFont typeface="Calibri" panose="020F0502020204030204" pitchFamily="34" charset="0"/>
              <a:buChar char="⁻"/>
              <a:defRPr sz="2400">
                <a:solidFill>
                  <a:srgbClr val="1D1D1D"/>
                </a:solidFill>
              </a:defRPr>
            </a:lvl2pPr>
            <a:lvl3pPr marL="918610" indent="-230712">
              <a:defRPr sz="2133">
                <a:solidFill>
                  <a:srgbClr val="1D1D1D"/>
                </a:solidFill>
              </a:defRPr>
            </a:lvl3pPr>
            <a:lvl4pPr marL="1219170" indent="-232828">
              <a:defRPr sz="1867">
                <a:solidFill>
                  <a:srgbClr val="1D1D1D"/>
                </a:solidFill>
              </a:defRPr>
            </a:lvl4pPr>
            <a:lvl5pPr marL="1528195" indent="-309026"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F61679C-B335-7AE5-48C7-E791816FB8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19928" y="1811867"/>
            <a:ext cx="4833872" cy="4421717"/>
          </a:xfrm>
        </p:spPr>
        <p:txBody>
          <a:bodyPr/>
          <a:lstStyle>
            <a:lvl1pPr marL="309026" indent="-309026">
              <a:buClr>
                <a:srgbClr val="000000"/>
              </a:buClr>
              <a:buFont typeface="Arial" panose="020B0604020202020204" pitchFamily="34" charset="0"/>
              <a:buChar char="•"/>
              <a:defRPr sz="2667" b="0">
                <a:solidFill>
                  <a:srgbClr val="1D1D1D"/>
                </a:solidFill>
              </a:defRPr>
            </a:lvl1pPr>
            <a:lvl2pPr marL="609585" indent="-300559">
              <a:buClr>
                <a:srgbClr val="000000"/>
              </a:buClr>
              <a:buFont typeface="Calibri" panose="020F0502020204030204" pitchFamily="34" charset="0"/>
              <a:buChar char="⁻"/>
              <a:defRPr sz="2400">
                <a:solidFill>
                  <a:srgbClr val="1D1D1D"/>
                </a:solidFill>
              </a:defRPr>
            </a:lvl2pPr>
            <a:lvl3pPr marL="918610" indent="-230712">
              <a:defRPr sz="2133">
                <a:solidFill>
                  <a:srgbClr val="1D1D1D"/>
                </a:solidFill>
              </a:defRPr>
            </a:lvl3pPr>
            <a:lvl4pPr marL="1219170" indent="-232828">
              <a:defRPr sz="1867">
                <a:solidFill>
                  <a:srgbClr val="1D1D1D"/>
                </a:solidFill>
              </a:defRPr>
            </a:lvl4pPr>
            <a:lvl5pPr marL="1528195" indent="-309026"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602515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+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C7C7B02A-16A0-4F02-8665-3ADC835153D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1811867"/>
            <a:ext cx="5486400" cy="4421717"/>
          </a:xfrm>
        </p:spPr>
        <p:txBody>
          <a:bodyPr/>
          <a:lstStyle>
            <a:lvl1pPr>
              <a:spcAft>
                <a:spcPts val="1600"/>
              </a:spcAft>
              <a:buNone/>
              <a:defRPr sz="2667" b="1">
                <a:solidFill>
                  <a:srgbClr val="000000"/>
                </a:solidFill>
              </a:defRPr>
            </a:lvl1pPr>
            <a:lvl2pPr marL="387341" indent="-387341">
              <a:spcBef>
                <a:spcPts val="800"/>
              </a:spcBef>
              <a:spcAft>
                <a:spcPts val="800"/>
              </a:spcAft>
              <a:buClr>
                <a:srgbClr val="9B4E9E"/>
              </a:buClr>
              <a:buFont typeface="Wingdings" panose="05000000000000000000" pitchFamily="2" charset="2"/>
              <a:buChar char="§"/>
              <a:defRPr sz="3733"/>
            </a:lvl2pPr>
            <a:lvl3pPr marL="831830" indent="-444489">
              <a:spcBef>
                <a:spcPts val="800"/>
              </a:spcBef>
              <a:spcAft>
                <a:spcPts val="800"/>
              </a:spcAft>
              <a:buClr>
                <a:srgbClr val="692145"/>
              </a:buClr>
              <a:defRPr sz="3200"/>
            </a:lvl3pPr>
            <a:lvl4pPr marL="1219170" indent="-309026">
              <a:spcBef>
                <a:spcPts val="800"/>
              </a:spcBef>
              <a:spcAft>
                <a:spcPts val="800"/>
              </a:spcAft>
              <a:defRPr/>
            </a:lvl4pPr>
          </a:lstStyle>
          <a:p>
            <a:pPr lvl="0"/>
            <a:r>
              <a:rPr lang="en-US"/>
              <a:t>Object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6C6020-9EFE-5075-319B-7AFF020537F9}"/>
              </a:ext>
            </a:extLst>
          </p:cNvPr>
          <p:cNvGrpSpPr/>
          <p:nvPr userDrawn="1"/>
        </p:nvGrpSpPr>
        <p:grpSpPr>
          <a:xfrm>
            <a:off x="0" y="6737280"/>
            <a:ext cx="12192000" cy="133035"/>
            <a:chOff x="0" y="5052960"/>
            <a:chExt cx="9144000" cy="997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0CD5E55-F71B-5C9F-EE53-A2D064FF446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082666" y="5052960"/>
              <a:ext cx="603083" cy="99776"/>
            </a:xfrm>
            <a:prstGeom prst="rect">
              <a:avLst/>
            </a:prstGeom>
            <a:solidFill>
              <a:srgbClr val="D59F0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2877051-586E-F792-DCCD-B13CFA153F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677884" y="5052960"/>
              <a:ext cx="603083" cy="99776"/>
            </a:xfrm>
            <a:prstGeom prst="rect">
              <a:avLst/>
            </a:prstGeom>
            <a:solidFill>
              <a:srgbClr val="5E9732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86DFD2-6375-31FF-19A6-48A7986E52F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280966" y="5052960"/>
              <a:ext cx="603574" cy="99776"/>
            </a:xfrm>
            <a:prstGeom prst="rect">
              <a:avLst/>
            </a:prstGeom>
            <a:solidFill>
              <a:srgbClr val="B9AB97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528D8E5-E9E8-6775-72C3-DFB9FA33AD7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870697" y="5052960"/>
              <a:ext cx="1273303" cy="99776"/>
            </a:xfrm>
            <a:prstGeom prst="rect">
              <a:avLst/>
            </a:prstGeom>
            <a:solidFill>
              <a:srgbClr val="17468F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7" name="Rectangle 20">
              <a:extLst>
                <a:ext uri="{FF2B5EF4-FFF2-40B4-BE49-F238E27FC236}">
                  <a16:creationId xmlns:a16="http://schemas.microsoft.com/office/drawing/2014/main" id="{4F31EC86-D238-29FF-9573-9C0AAC0DB17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5052960"/>
              <a:ext cx="5679249" cy="99776"/>
            </a:xfrm>
            <a:prstGeom prst="rect">
              <a:avLst/>
            </a:prstGeom>
            <a:solidFill>
              <a:srgbClr val="532E63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F29053-56E8-3DBB-C802-D0C9D4469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583" y="5052960"/>
              <a:ext cx="603083" cy="99776"/>
            </a:xfrm>
            <a:prstGeom prst="rect">
              <a:avLst/>
            </a:prstGeom>
            <a:solidFill>
              <a:srgbClr val="B50938"/>
            </a:solidFill>
            <a:ln>
              <a:noFill/>
            </a:ln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en-US" sz="2223"/>
            </a:p>
          </p:txBody>
        </p:sp>
      </p:grp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0D3AA24-E734-0759-1138-10F46520F3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811867"/>
            <a:ext cx="5091449" cy="4421717"/>
          </a:xfrm>
        </p:spPr>
        <p:txBody>
          <a:bodyPr/>
          <a:lstStyle>
            <a:lvl1pPr marL="309026" indent="-309026">
              <a:buClr>
                <a:srgbClr val="000000"/>
              </a:buClr>
              <a:buFont typeface="Arial" panose="020B0604020202020204" pitchFamily="34" charset="0"/>
              <a:buChar char="•"/>
              <a:defRPr sz="2667" b="0">
                <a:solidFill>
                  <a:srgbClr val="1D1D1D"/>
                </a:solidFill>
              </a:defRPr>
            </a:lvl1pPr>
            <a:lvl2pPr marL="609585" indent="-300559">
              <a:buClr>
                <a:srgbClr val="000000"/>
              </a:buClr>
              <a:buFont typeface="Calibri" panose="020F0502020204030204" pitchFamily="34" charset="0"/>
              <a:buChar char="⁻"/>
              <a:defRPr sz="2400">
                <a:solidFill>
                  <a:srgbClr val="1D1D1D"/>
                </a:solidFill>
              </a:defRPr>
            </a:lvl2pPr>
            <a:lvl3pPr marL="918610" indent="-230712">
              <a:defRPr sz="2133">
                <a:solidFill>
                  <a:srgbClr val="1D1D1D"/>
                </a:solidFill>
              </a:defRPr>
            </a:lvl3pPr>
            <a:lvl4pPr marL="1219170" indent="-232828">
              <a:defRPr sz="1867">
                <a:solidFill>
                  <a:srgbClr val="1D1D1D"/>
                </a:solidFill>
              </a:defRPr>
            </a:lvl4pPr>
            <a:lvl5pPr marL="1528195" indent="-309026">
              <a:defRPr sz="18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2">
            <a:extLst>
              <a:ext uri="{FF2B5EF4-FFF2-40B4-BE49-F238E27FC236}">
                <a16:creationId xmlns:a16="http://schemas.microsoft.com/office/drawing/2014/main" id="{7B9F5ED4-FF50-1081-7AD6-1DB930A7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366185"/>
            <a:ext cx="10735615" cy="1325033"/>
          </a:xfrm>
          <a:prstGeom prst="rect">
            <a:avLst/>
          </a:prstGeom>
        </p:spPr>
        <p:txBody>
          <a:bodyPr anchor="ctr"/>
          <a:lstStyle>
            <a:lvl1pPr algn="l">
              <a:defRPr sz="3733" b="1">
                <a:solidFill>
                  <a:srgbClr val="532E6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455653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_Dark Blue Header">
  <p:cSld name="Content_Dark Blue Header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188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88"/>
          <p:cNvSpPr txBox="1">
            <a:spLocks noGrp="1"/>
          </p:cNvSpPr>
          <p:nvPr>
            <p:ph type="body" idx="1"/>
          </p:nvPr>
        </p:nvSpPr>
        <p:spPr>
          <a:xfrm>
            <a:off x="300908" y="160020"/>
            <a:ext cx="11687961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188"/>
          <p:cNvSpPr txBox="1">
            <a:spLocks noGrp="1"/>
          </p:cNvSpPr>
          <p:nvPr>
            <p:ph type="body" idx="2"/>
          </p:nvPr>
        </p:nvSpPr>
        <p:spPr>
          <a:xfrm>
            <a:off x="2546332" y="6553707"/>
            <a:ext cx="7732820" cy="154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94949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1" name="Google Shape;791;p188"/>
          <p:cNvSpPr txBox="1"/>
          <p:nvPr/>
        </p:nvSpPr>
        <p:spPr>
          <a:xfrm>
            <a:off x="11529565" y="6488208"/>
            <a:ext cx="5883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494949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t>‹#›</a:t>
            </a:fld>
            <a:endParaRPr sz="900" b="0" i="0" u="none" strike="noStrike" cap="none">
              <a:solidFill>
                <a:srgbClr val="4949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88"/>
          <p:cNvSpPr txBox="1">
            <a:spLocks noGrp="1"/>
          </p:cNvSpPr>
          <p:nvPr>
            <p:ph type="body" idx="3"/>
          </p:nvPr>
        </p:nvSpPr>
        <p:spPr>
          <a:xfrm>
            <a:off x="286730" y="1183590"/>
            <a:ext cx="11702071" cy="491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20C1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rgbClr val="020C1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Arial"/>
              <a:buChar char="&gt;"/>
              <a:defRPr sz="1600" b="0" i="0" u="none" strike="noStrike" cap="none">
                <a:solidFill>
                  <a:srgbClr val="020C1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020C1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94949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020C1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793" name="Google Shape;793;p1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604" y="6093624"/>
            <a:ext cx="2286000" cy="715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59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552">
          <p15:clr>
            <a:srgbClr val="FBAE40"/>
          </p15:clr>
        </p15:guide>
        <p15:guide id="3" pos="128">
          <p15:clr>
            <a:srgbClr val="FBAE40"/>
          </p15:clr>
        </p15:guide>
        <p15:guide id="4" orient="horz" pos="144">
          <p15:clr>
            <a:srgbClr val="FBAE40"/>
          </p15:clr>
        </p15:guide>
        <p15:guide id="5" orient="horz" pos="422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51EE2-4368-49DC-957A-3E7AFD7A0AD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471E8-BC84-4B65-9C9D-74E54716024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746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D6F9-04A2-4083-B333-BDF90731CEC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 hidden="1"/>
          <p:cNvSpPr/>
          <p:nvPr userDrawn="1">
            <p:custDataLst>
              <p:tags r:id="rId1"/>
            </p:custDataLst>
          </p:nvPr>
        </p:nvSpPr>
        <p:spPr bwMode="auto">
          <a:xfrm>
            <a:off x="10125" y="-59124"/>
            <a:ext cx="138499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defTabSz="78740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Tx/>
              <a:buNone/>
            </a:pPr>
            <a:endParaRPr lang="en-US" sz="35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976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C1077-3519-44C2-903C-91AD254ED81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662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F92-FB34-4CE3-860B-0B23E25A751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293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789E-FE64-43B6-9EA3-ACB5241297F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787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CFA9B-28D1-4014-B5C7-92DAEB0343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4037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9886-C244-486A-BDCB-88C67467FC6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 hidden="1"/>
          <p:cNvSpPr/>
          <p:nvPr userDrawn="1">
            <p:custDataLst>
              <p:tags r:id="rId1"/>
            </p:custDataLst>
          </p:nvPr>
        </p:nvSpPr>
        <p:spPr bwMode="auto">
          <a:xfrm>
            <a:off x="10125" y="-59124"/>
            <a:ext cx="138499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defTabSz="78740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Tx/>
              <a:buNone/>
            </a:pPr>
            <a:endParaRPr lang="en-US" sz="20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4500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7E60-0B3F-4F4F-A421-FBDEF32C3C6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913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BD6C-83A4-4257-AE77-C7202B76A51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896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F5C7-37E1-4D2F-9856-52154D65D8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502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5929-BA53-4516-98B2-44C8E1EDDEE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8648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DC62-1611-447A-BC56-D115F181FC5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7723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-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5" name="Tijdelijke aanduiding voor inhoud 13"/>
          <p:cNvSpPr>
            <a:spLocks noGrp="1"/>
          </p:cNvSpPr>
          <p:nvPr>
            <p:ph sz="quarter" idx="10"/>
          </p:nvPr>
        </p:nvSpPr>
        <p:spPr>
          <a:xfrm>
            <a:off x="480000" y="2361600"/>
            <a:ext cx="11232000" cy="3661200"/>
          </a:xfrm>
        </p:spPr>
        <p:txBody>
          <a:bodyPr/>
          <a:lstStyle>
            <a:lvl1pPr marL="0" indent="0">
              <a:buClr>
                <a:schemeClr val="tx1"/>
              </a:buClr>
              <a:buSzPct val="25000"/>
              <a:buFont typeface="Verdana" panose="020B0604030504040204" pitchFamily="34" charset="0"/>
              <a:buChar char="‘"/>
              <a:defRPr/>
            </a:lvl1pPr>
            <a:lvl2pPr marL="269875" indent="-269875">
              <a:defRPr/>
            </a:lvl2pPr>
            <a:lvl3pPr marL="539750" indent="-269875">
              <a:defRPr/>
            </a:lvl3pPr>
            <a:lvl4pPr marL="806450" indent="-269875">
              <a:defRPr/>
            </a:lvl4pPr>
            <a:lvl5pPr marL="1076325" indent="-26987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6694892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Dark 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30021" y="203817"/>
            <a:ext cx="11690843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1529566" y="6488208"/>
            <a:ext cx="588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23628F-A5FA-4BCB-A370-58EE698AF935}" type="slidenum">
              <a:rPr lang="en-US" sz="900" smtClean="0"/>
              <a:pPr/>
              <a:t>‹#›</a:t>
            </a:fld>
            <a:endParaRPr lang="en-US" sz="90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267536" y="958048"/>
            <a:ext cx="11614149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336542" indent="-160335"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 marL="577836" indent="-241294">
              <a:buFont typeface="Segoe UI" panose="020B0502040204020203" pitchFamily="34" charset="0"/>
              <a:buChar char="–"/>
              <a:defRPr sz="2400">
                <a:solidFill>
                  <a:schemeClr val="bg2">
                    <a:lumMod val="25000"/>
                  </a:schemeClr>
                </a:solidFill>
              </a:defRPr>
            </a:lvl3pPr>
            <a:lvl4pPr marL="801668" indent="-176209"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</a:defRPr>
            </a:lvl4pPr>
            <a:lvl5pPr marL="1027088" indent="-225420">
              <a:buFont typeface="Century Gothic" panose="020B0502020202020204" pitchFamily="34" charset="0"/>
              <a:buChar char="○"/>
              <a:defRPr sz="2400">
                <a:solidFill>
                  <a:schemeClr val="bg2">
                    <a:lumMod val="25000"/>
                  </a:schemeClr>
                </a:solidFill>
              </a:defRPr>
            </a:lvl5pPr>
            <a:lvl6pPr marL="1200121" indent="-171446">
              <a:defRPr sz="24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71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pos="2880">
          <p15:clr>
            <a:srgbClr val="FBAE40"/>
          </p15:clr>
        </p15:guide>
        <p15:guide id="3" pos="5664">
          <p15:clr>
            <a:srgbClr val="FBAE40"/>
          </p15:clr>
        </p15:guide>
        <p15:guide id="4" pos="96">
          <p15:clr>
            <a:srgbClr val="FBAE40"/>
          </p15:clr>
        </p15:guide>
        <p15:guide id="5" orient="horz" pos="144">
          <p15:clr>
            <a:srgbClr val="FBAE40"/>
          </p15:clr>
        </p15:guide>
        <p15:guide id="6" orient="horz" pos="422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64404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AD6F9-04A2-4083-B333-BDF90731CEC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 hidden="1"/>
          <p:cNvSpPr/>
          <p:nvPr userDrawn="1">
            <p:custDataLst>
              <p:tags r:id="rId1"/>
            </p:custDataLst>
          </p:nvPr>
        </p:nvSpPr>
        <p:spPr bwMode="auto">
          <a:xfrm>
            <a:off x="10125" y="-59124"/>
            <a:ext cx="138499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defTabSz="78740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Tx/>
              <a:buNone/>
            </a:pPr>
            <a:endParaRPr lang="en-US" sz="3500" b="0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9614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C1077-3519-44C2-903C-91AD254ED81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122012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5EF92-FB34-4CE3-860B-0B23E25A751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5424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B789E-FE64-43B6-9EA3-ACB5241297F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354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CFA9B-28D1-4014-B5C7-92DAEB0343A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9733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B9886-C244-486A-BDCB-88C67467FC6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5" hidden="1"/>
          <p:cNvSpPr/>
          <p:nvPr userDrawn="1">
            <p:custDataLst>
              <p:tags r:id="rId1"/>
            </p:custDataLst>
          </p:nvPr>
        </p:nvSpPr>
        <p:spPr bwMode="auto">
          <a:xfrm>
            <a:off x="10125" y="-59124"/>
            <a:ext cx="138499" cy="276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defTabSz="78740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Tx/>
              <a:buNone/>
            </a:pPr>
            <a:endParaRPr lang="en-US" sz="20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262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7E60-0B3F-4F4F-A421-FBDEF32C3C65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473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CBD6C-83A4-4257-AE77-C7202B76A51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761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F5C7-37E1-4D2F-9856-52154D65D8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1163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45929-BA53-4516-98B2-44C8E1EDDEE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1201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9DC62-1611-447A-BC56-D115F181FC5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78DA8-04C4-4228-8F5F-13F261EE6DF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35443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-norm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5" name="Tijdelijke aanduiding voor inhoud 13"/>
          <p:cNvSpPr>
            <a:spLocks noGrp="1"/>
          </p:cNvSpPr>
          <p:nvPr>
            <p:ph sz="quarter" idx="10"/>
          </p:nvPr>
        </p:nvSpPr>
        <p:spPr>
          <a:xfrm>
            <a:off x="480000" y="2361600"/>
            <a:ext cx="11232000" cy="3661200"/>
          </a:xfrm>
        </p:spPr>
        <p:txBody>
          <a:bodyPr/>
          <a:lstStyle>
            <a:lvl1pPr marL="0" indent="0">
              <a:buClr>
                <a:schemeClr val="tx1"/>
              </a:buClr>
              <a:buSzPct val="25000"/>
              <a:buFont typeface="Verdana" panose="020B0604030504040204" pitchFamily="34" charset="0"/>
              <a:buChar char="‘"/>
              <a:defRPr/>
            </a:lvl1pPr>
            <a:lvl2pPr marL="269875" indent="-269875">
              <a:defRPr/>
            </a:lvl2pPr>
            <a:lvl3pPr marL="539750" indent="-269875">
              <a:defRPr/>
            </a:lvl3pPr>
            <a:lvl4pPr marL="806450" indent="-269875">
              <a:defRPr/>
            </a:lvl4pPr>
            <a:lvl5pPr marL="1076325" indent="-269875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1705543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Dark Blu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30021" y="203817"/>
            <a:ext cx="11690843" cy="49244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1529566" y="6488208"/>
            <a:ext cx="588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23628F-A5FA-4BCB-A370-58EE698AF935}" type="slidenum">
              <a:rPr lang="en-US" sz="900" smtClean="0"/>
              <a:pPr/>
              <a:t>‹#›</a:t>
            </a:fld>
            <a:endParaRPr lang="en-US" sz="900"/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267536" y="958048"/>
            <a:ext cx="11614149" cy="258532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 marL="336542" indent="-160335">
              <a:defRPr sz="2400">
                <a:solidFill>
                  <a:schemeClr val="bg2">
                    <a:lumMod val="25000"/>
                  </a:schemeClr>
                </a:solidFill>
              </a:defRPr>
            </a:lvl2pPr>
            <a:lvl3pPr marL="577836" indent="-241294">
              <a:buFont typeface="Segoe UI" panose="020B0502040204020203" pitchFamily="34" charset="0"/>
              <a:buChar char="–"/>
              <a:defRPr sz="2400">
                <a:solidFill>
                  <a:schemeClr val="bg2">
                    <a:lumMod val="25000"/>
                  </a:schemeClr>
                </a:solidFill>
              </a:defRPr>
            </a:lvl3pPr>
            <a:lvl4pPr marL="801668" indent="-176209">
              <a:buFont typeface="Wingdings" panose="05000000000000000000" pitchFamily="2" charset="2"/>
              <a:buChar char="§"/>
              <a:defRPr sz="2400">
                <a:solidFill>
                  <a:schemeClr val="bg2">
                    <a:lumMod val="25000"/>
                  </a:schemeClr>
                </a:solidFill>
              </a:defRPr>
            </a:lvl4pPr>
            <a:lvl5pPr marL="1027088" indent="-225420">
              <a:buFont typeface="Century Gothic" panose="020B0502020202020204" pitchFamily="34" charset="0"/>
              <a:buChar char="○"/>
              <a:defRPr sz="2400">
                <a:solidFill>
                  <a:schemeClr val="bg2">
                    <a:lumMod val="25000"/>
                  </a:schemeClr>
                </a:solidFill>
              </a:defRPr>
            </a:lvl5pPr>
            <a:lvl6pPr marL="1200121" indent="-171446">
              <a:defRPr sz="24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35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36">
          <p15:clr>
            <a:srgbClr val="FBAE40"/>
          </p15:clr>
        </p15:guide>
        <p15:guide id="2" pos="2880">
          <p15:clr>
            <a:srgbClr val="FBAE40"/>
          </p15:clr>
        </p15:guide>
        <p15:guide id="3" pos="5664">
          <p15:clr>
            <a:srgbClr val="FBAE40"/>
          </p15:clr>
        </p15:guide>
        <p15:guide id="4" pos="96">
          <p15:clr>
            <a:srgbClr val="FBAE40"/>
          </p15:clr>
        </p15:guide>
        <p15:guide id="5" orient="horz" pos="144">
          <p15:clr>
            <a:srgbClr val="FBAE40"/>
          </p15:clr>
        </p15:guide>
        <p15:guide id="6" orient="horz" pos="422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912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18.xml"/><Relationship Id="rId21" Type="http://schemas.openxmlformats.org/officeDocument/2006/relationships/image" Target="../media/image7.emf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ags" Target="../tags/tag1.xml"/><Relationship Id="rId2" Type="http://schemas.openxmlformats.org/officeDocument/2006/relationships/slideLayout" Target="../slideLayouts/slideLayout17.xml"/><Relationship Id="rId16" Type="http://schemas.openxmlformats.org/officeDocument/2006/relationships/vmlDrawing" Target="../drawings/vmlDrawing1.v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19" Type="http://schemas.openxmlformats.org/officeDocument/2006/relationships/image" Target="../media/image8.jpe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7.emf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31.xml"/><Relationship Id="rId16" Type="http://schemas.openxmlformats.org/officeDocument/2006/relationships/vmlDrawing" Target="../drawings/vmlDrawing2.v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9.xml"/><Relationship Id="rId19" Type="http://schemas.openxmlformats.org/officeDocument/2006/relationships/image" Target="../media/image8.jpeg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1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42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3733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919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6" r:id="rId2"/>
    <p:sldLayoutId id="2147483827" r:id="rId3"/>
    <p:sldLayoutId id="2147483828" r:id="rId4"/>
    <p:sldLayoutId id="2147483830" r:id="rId5"/>
    <p:sldLayoutId id="2147483863" r:id="rId6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Myriad Web Pro" panose="020B0503030403020204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•"/>
        <a:defRPr sz="42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panose="020B0604020202020204" pitchFamily="34" charset="0"/>
        <a:buChar char="–"/>
        <a:defRPr sz="3733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rgbClr val="1D1D1D"/>
          </a:solidFill>
          <a:latin typeface="Calibri" panose="020F050202020403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28B8A4-41D8-4384-803A-7B2D2F834E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123884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20" imgW="540" imgH="541" progId="TCLayout.ActiveDocument.1">
                  <p:embed/>
                </p:oleObj>
              </mc:Choice>
              <mc:Fallback>
                <p:oleObj name="think-cell Slide" r:id="rId20" imgW="540" imgH="541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28B8A4-41D8-4384-803A-7B2D2F834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07A72-57F8-479A-8778-9580A8611B5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6BC29-E1EC-4823-A748-60262B340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2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6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A28B8A4-41D8-4384-803A-7B2D2F834E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3123884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Slide" r:id="rId20" imgW="540" imgH="541" progId="TCLayout.ActiveDocument.1">
                  <p:embed/>
                </p:oleObj>
              </mc:Choice>
              <mc:Fallback>
                <p:oleObj name="think-cell Slide" r:id="rId20" imgW="540" imgH="541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A28B8A4-41D8-4384-803A-7B2D2F834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07A72-57F8-479A-8778-9580A8611B59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6BC29-E1EC-4823-A748-60262B340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6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hyperlink" Target="https://ndr.nascp.gov.n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4136D-7131-E080-E2BD-A1028176A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72" y="1223558"/>
            <a:ext cx="9942410" cy="3205223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NDR</a:t>
            </a:r>
          </a:p>
        </p:txBody>
      </p:sp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3DFB19A8-D0CB-423C-DFC3-CE136D295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DFB35CA5-879A-34C1-3768-E23B6393EA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9309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F8DD-634C-7283-1C0C-BBAD8543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71" y="199777"/>
            <a:ext cx="10140713" cy="64618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Login to NDR</a:t>
            </a:r>
          </a:p>
        </p:txBody>
      </p:sp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7A2165E-F903-4991-8DCC-4E38830FC55E}"/>
              </a:ext>
            </a:extLst>
          </p:cNvPr>
          <p:cNvSpPr txBox="1">
            <a:spLocks/>
          </p:cNvSpPr>
          <p:nvPr/>
        </p:nvSpPr>
        <p:spPr>
          <a:xfrm>
            <a:off x="1703400" y="979165"/>
            <a:ext cx="3426621" cy="125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NDR URL:</a:t>
            </a:r>
            <a:endParaRPr kumimoji="0" lang="en-US" sz="2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hlinkClick r:id="rId4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https://ndr.nascp.gov.ng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B4DE1E-6E72-41AB-940D-0A8EC840B5DE}"/>
              </a:ext>
            </a:extLst>
          </p:cNvPr>
          <p:cNvSpPr txBox="1"/>
          <p:nvPr/>
        </p:nvSpPr>
        <p:spPr>
          <a:xfrm>
            <a:off x="7061980" y="2064454"/>
            <a:ext cx="48772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​Steps to log in to the National Data Repository (NDR)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accent6"/>
                </a:solidFill>
              </a:rPr>
              <a:t>Enter your email address</a:t>
            </a:r>
            <a:r>
              <a:rPr lang="en-GB" sz="2400" dirty="0">
                <a:solidFill>
                  <a:schemeClr val="accent6"/>
                </a:solidFill>
              </a:rPr>
              <a:t>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accent6"/>
                </a:solidFill>
              </a:rPr>
              <a:t>Enter your password</a:t>
            </a:r>
          </a:p>
          <a:p>
            <a:r>
              <a:rPr lang="en-GB" sz="2400" dirty="0">
                <a:solidFill>
                  <a:schemeClr val="accent6"/>
                </a:solidFill>
              </a:rPr>
              <a:t>After entering your credentials, click the Login button to access your account.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A7998A-3471-4261-A5F7-40B9FA8F03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58" y="1890283"/>
            <a:ext cx="6653063" cy="4268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95579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F8DD-634C-7283-1C0C-BBAD8543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71" y="199777"/>
            <a:ext cx="10140713" cy="64618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Get Treatment Data</a:t>
            </a:r>
          </a:p>
        </p:txBody>
      </p:sp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C6C78F-EA55-464E-9C1E-12C09952C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59" y="865873"/>
            <a:ext cx="6626105" cy="5467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FAB8E9-A1A2-40A9-AC72-431EE40A2395}"/>
              </a:ext>
            </a:extLst>
          </p:cNvPr>
          <p:cNvSpPr txBox="1"/>
          <p:nvPr/>
        </p:nvSpPr>
        <p:spPr>
          <a:xfrm>
            <a:off x="7267250" y="1708733"/>
            <a:ext cx="45872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accent6"/>
                </a:solidFill>
              </a:rPr>
              <a:t>Navigate to the menu bar</a:t>
            </a:r>
            <a:r>
              <a:rPr lang="en-GB" sz="2400" dirty="0">
                <a:solidFill>
                  <a:schemeClr val="accent6"/>
                </a:solidFill>
              </a:rPr>
              <a:t>, click on </a:t>
            </a:r>
            <a:r>
              <a:rPr lang="en-GB" sz="2400" b="1" dirty="0">
                <a:solidFill>
                  <a:schemeClr val="accent6"/>
                </a:solidFill>
              </a:rPr>
              <a:t>“Analytics”</a:t>
            </a:r>
            <a:r>
              <a:rPr lang="en-GB" sz="2400" dirty="0">
                <a:solidFill>
                  <a:schemeClr val="accent6"/>
                </a:solidFill>
              </a:rPr>
              <a:t>, then select </a:t>
            </a:r>
            <a:r>
              <a:rPr lang="en-GB" sz="2400" b="1" dirty="0">
                <a:solidFill>
                  <a:schemeClr val="accent6"/>
                </a:solidFill>
              </a:rPr>
              <a:t>“Monitoring”</a:t>
            </a:r>
            <a:r>
              <a:rPr lang="en-GB" sz="2400" dirty="0">
                <a:solidFill>
                  <a:schemeClr val="accent6"/>
                </a:solidFill>
              </a:rPr>
              <a:t>.</a:t>
            </a:r>
          </a:p>
          <a:p>
            <a:endParaRPr lang="en-GB" sz="2400" dirty="0">
              <a:solidFill>
                <a:schemeClr val="accent6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14C58B-41E7-43F5-A2B3-694DC8D205ED}"/>
              </a:ext>
            </a:extLst>
          </p:cNvPr>
          <p:cNvSpPr/>
          <p:nvPr/>
        </p:nvSpPr>
        <p:spPr>
          <a:xfrm>
            <a:off x="7267250" y="1247068"/>
            <a:ext cx="34077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To access </a:t>
            </a:r>
            <a:r>
              <a:rPr lang="en-GB" sz="2400" b="1" dirty="0">
                <a:solidFill>
                  <a:schemeClr val="accent6"/>
                </a:solidFill>
              </a:rPr>
              <a:t>Treatment Data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631125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F8DD-634C-7283-1C0C-BBAD8543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71" y="134463"/>
            <a:ext cx="10140713" cy="64618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Get Treatment Data</a:t>
            </a:r>
          </a:p>
        </p:txBody>
      </p:sp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06D901-142B-4D86-8211-A3F13230EC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72" y="780649"/>
            <a:ext cx="6858757" cy="55347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33EF01-54A4-48E3-91D6-CCC8BFD75261}"/>
              </a:ext>
            </a:extLst>
          </p:cNvPr>
          <p:cNvSpPr txBox="1"/>
          <p:nvPr/>
        </p:nvSpPr>
        <p:spPr>
          <a:xfrm>
            <a:off x="7267250" y="1258912"/>
            <a:ext cx="45655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You can apply filters to view indicators such as TX_NEW, TX_CURR, TX_PVLS, and HTS_TST by Implementing Partner (IP), State, LGA, Facility, and Date Range.</a:t>
            </a:r>
          </a:p>
        </p:txBody>
      </p:sp>
    </p:spTree>
    <p:extLst>
      <p:ext uri="{BB962C8B-B14F-4D97-AF65-F5344CB8AC3E}">
        <p14:creationId xmlns:p14="http://schemas.microsoft.com/office/powerpoint/2010/main" val="128228721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F8DD-634C-7283-1C0C-BBAD8543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71" y="199777"/>
            <a:ext cx="10140713" cy="64618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TX_NEW Data by State</a:t>
            </a:r>
          </a:p>
        </p:txBody>
      </p:sp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DF4F1A-AAD4-4536-8B39-A628B0E0D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08" y="845963"/>
            <a:ext cx="6759022" cy="5531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FAD558-8BE3-4318-82CD-853432D44F41}"/>
              </a:ext>
            </a:extLst>
          </p:cNvPr>
          <p:cNvSpPr txBox="1"/>
          <p:nvPr/>
        </p:nvSpPr>
        <p:spPr>
          <a:xfrm>
            <a:off x="7626479" y="2598003"/>
            <a:ext cx="4249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Dashboard showing </a:t>
            </a:r>
            <a:r>
              <a:rPr lang="en-GB" sz="2400" dirty="0" err="1">
                <a:solidFill>
                  <a:schemeClr val="accent6"/>
                </a:solidFill>
              </a:rPr>
              <a:t>Tx_New</a:t>
            </a:r>
            <a:r>
              <a:rPr lang="en-GB" sz="2400" dirty="0">
                <a:solidFill>
                  <a:schemeClr val="accent6"/>
                </a:solidFill>
              </a:rPr>
              <a:t> data by state</a:t>
            </a:r>
          </a:p>
        </p:txBody>
      </p:sp>
    </p:spTree>
    <p:extLst>
      <p:ext uri="{BB962C8B-B14F-4D97-AF65-F5344CB8AC3E}">
        <p14:creationId xmlns:p14="http://schemas.microsoft.com/office/powerpoint/2010/main" val="37856348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F8DD-634C-7283-1C0C-BBAD8543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71" y="199777"/>
            <a:ext cx="10140713" cy="64618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View Biometrics Data</a:t>
            </a:r>
          </a:p>
        </p:txBody>
      </p:sp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0106C-0318-413B-AC78-10292A2DF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68" y="918941"/>
            <a:ext cx="6517682" cy="5361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8A68E7-C437-43CB-AB8C-C65986B16656}"/>
              </a:ext>
            </a:extLst>
          </p:cNvPr>
          <p:cNvSpPr txBox="1"/>
          <p:nvPr/>
        </p:nvSpPr>
        <p:spPr>
          <a:xfrm>
            <a:off x="7267250" y="1708733"/>
            <a:ext cx="45872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accent6"/>
                </a:solidFill>
              </a:rPr>
              <a:t>Navigate to the menu bar</a:t>
            </a:r>
            <a:r>
              <a:rPr lang="en-GB" sz="2400" dirty="0">
                <a:solidFill>
                  <a:schemeClr val="accent6"/>
                </a:solidFill>
              </a:rPr>
              <a:t>, click on </a:t>
            </a:r>
            <a:r>
              <a:rPr lang="en-GB" sz="2400" b="1" dirty="0">
                <a:solidFill>
                  <a:schemeClr val="accent6"/>
                </a:solidFill>
              </a:rPr>
              <a:t>“Analytics”</a:t>
            </a:r>
            <a:r>
              <a:rPr lang="en-GB" sz="2400" dirty="0">
                <a:solidFill>
                  <a:schemeClr val="accent6"/>
                </a:solidFill>
              </a:rPr>
              <a:t>, then select </a:t>
            </a:r>
            <a:r>
              <a:rPr lang="en-GB" sz="2400" b="1" dirty="0">
                <a:solidFill>
                  <a:schemeClr val="accent6"/>
                </a:solidFill>
              </a:rPr>
              <a:t>“Biometrics”</a:t>
            </a:r>
            <a:r>
              <a:rPr lang="en-GB" sz="2400" dirty="0">
                <a:solidFill>
                  <a:schemeClr val="accent6"/>
                </a:solidFill>
              </a:rPr>
              <a:t>.</a:t>
            </a:r>
          </a:p>
          <a:p>
            <a:endParaRPr lang="en-GB" sz="2400" dirty="0">
              <a:solidFill>
                <a:schemeClr val="accent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2F5D6B-8138-47C3-81D4-BDAE95F66079}"/>
              </a:ext>
            </a:extLst>
          </p:cNvPr>
          <p:cNvSpPr/>
          <p:nvPr/>
        </p:nvSpPr>
        <p:spPr>
          <a:xfrm>
            <a:off x="7267250" y="1247068"/>
            <a:ext cx="34386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To access </a:t>
            </a:r>
            <a:r>
              <a:rPr lang="en-GB" sz="2400" b="1" dirty="0">
                <a:solidFill>
                  <a:schemeClr val="accent6"/>
                </a:solidFill>
              </a:rPr>
              <a:t>Biometrics Data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F602C-9751-44B9-8BBC-FDD44372AF16}"/>
              </a:ext>
            </a:extLst>
          </p:cNvPr>
          <p:cNvSpPr txBox="1"/>
          <p:nvPr/>
        </p:nvSpPr>
        <p:spPr>
          <a:xfrm>
            <a:off x="7778879" y="3642370"/>
            <a:ext cx="292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C00000"/>
                </a:solidFill>
              </a:rPr>
              <a:t>Biometric Dashboard</a:t>
            </a:r>
            <a:endParaRPr lang="en-GB" sz="2400" dirty="0">
              <a:solidFill>
                <a:srgbClr val="C0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6861AD-25ED-4754-8ED5-22793E2EBC8B}"/>
              </a:ext>
            </a:extLst>
          </p:cNvPr>
          <p:cNvCxnSpPr/>
          <p:nvPr/>
        </p:nvCxnSpPr>
        <p:spPr>
          <a:xfrm>
            <a:off x="7064829" y="3167743"/>
            <a:ext cx="783771" cy="609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306753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7F8DD-634C-7283-1C0C-BBAD8543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643" y="166199"/>
            <a:ext cx="10140713" cy="646186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View Uploads on NDR</a:t>
            </a:r>
          </a:p>
        </p:txBody>
      </p:sp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C78E8-DC92-4D85-BF37-A5F37858A8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59" y="825165"/>
            <a:ext cx="6568130" cy="5528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DAB284-0165-4FA1-8900-C12457B5D353}"/>
              </a:ext>
            </a:extLst>
          </p:cNvPr>
          <p:cNvSpPr txBox="1"/>
          <p:nvPr/>
        </p:nvSpPr>
        <p:spPr>
          <a:xfrm>
            <a:off x="6967722" y="1941852"/>
            <a:ext cx="45872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accent6"/>
                </a:solidFill>
              </a:rPr>
              <a:t>Navigate to the menu bar</a:t>
            </a:r>
            <a:r>
              <a:rPr lang="en-GB" sz="2400" dirty="0">
                <a:solidFill>
                  <a:schemeClr val="accent6"/>
                </a:solidFill>
              </a:rPr>
              <a:t>, click on </a:t>
            </a:r>
            <a:r>
              <a:rPr lang="en-GB" sz="2400" b="1" dirty="0">
                <a:solidFill>
                  <a:schemeClr val="accent6"/>
                </a:solidFill>
              </a:rPr>
              <a:t>“Uploads”</a:t>
            </a:r>
            <a:r>
              <a:rPr lang="en-GB" sz="2400" dirty="0">
                <a:solidFill>
                  <a:schemeClr val="accent6"/>
                </a:solidFill>
              </a:rPr>
              <a:t>, then select </a:t>
            </a:r>
            <a:r>
              <a:rPr lang="en-GB" sz="2400" b="1" dirty="0">
                <a:solidFill>
                  <a:schemeClr val="accent6"/>
                </a:solidFill>
              </a:rPr>
              <a:t>“View Partner Uploads”</a:t>
            </a:r>
            <a:r>
              <a:rPr lang="en-GB" sz="2400" dirty="0">
                <a:solidFill>
                  <a:schemeClr val="accent6"/>
                </a:solidFill>
              </a:rPr>
              <a:t>.</a:t>
            </a:r>
          </a:p>
          <a:p>
            <a:endParaRPr lang="en-GB" sz="2400" dirty="0">
              <a:solidFill>
                <a:schemeClr val="accent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E7437A-84A3-4EF7-A065-2F34E9C08649}"/>
              </a:ext>
            </a:extLst>
          </p:cNvPr>
          <p:cNvSpPr/>
          <p:nvPr/>
        </p:nvSpPr>
        <p:spPr>
          <a:xfrm>
            <a:off x="6967722" y="1480187"/>
            <a:ext cx="32736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To view </a:t>
            </a:r>
            <a:r>
              <a:rPr lang="en-GB" sz="2400" b="1" dirty="0">
                <a:solidFill>
                  <a:schemeClr val="accent6"/>
                </a:solidFill>
              </a:rPr>
              <a:t>Uploads on NDR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125149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0FF5C6A-8438-4019-A143-C328EFDE09D3}"/>
              </a:ext>
            </a:extLst>
          </p:cNvPr>
          <p:cNvSpPr txBox="1">
            <a:spLocks/>
          </p:cNvSpPr>
          <p:nvPr/>
        </p:nvSpPr>
        <p:spPr>
          <a:xfrm>
            <a:off x="1025643" y="166199"/>
            <a:ext cx="10140713" cy="64618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33" b="1" kern="1200">
                <a:solidFill>
                  <a:srgbClr val="532E6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5pPr>
            <a:lvl6pPr marL="609585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6pPr>
            <a:lvl7pPr marL="1219170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7pPr>
            <a:lvl8pPr marL="1828754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8pPr>
            <a:lvl9pPr marL="2438339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9pPr>
          </a:lstStyle>
          <a:p>
            <a:pPr algn="ctr"/>
            <a:r>
              <a:rPr lang="en-US" sz="360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View Uploads on NDR</a:t>
            </a:r>
            <a:endParaRPr lang="en-US" sz="3600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683F64-1554-40A2-8C8C-CF7D5149F811}"/>
              </a:ext>
            </a:extLst>
          </p:cNvPr>
          <p:cNvSpPr txBox="1"/>
          <p:nvPr/>
        </p:nvSpPr>
        <p:spPr>
          <a:xfrm>
            <a:off x="7661036" y="1628632"/>
            <a:ext cx="45872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To view the most recent uploads, select the number of entries (10, 50, or 100).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CA4B87-E011-44A0-989A-86D158EE6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82" y="960857"/>
            <a:ext cx="7365754" cy="51460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A4BAA7-5F29-4736-8042-A1D004C2BE16}"/>
              </a:ext>
            </a:extLst>
          </p:cNvPr>
          <p:cNvSpPr txBox="1"/>
          <p:nvPr/>
        </p:nvSpPr>
        <p:spPr>
          <a:xfrm>
            <a:off x="8134155" y="3768944"/>
            <a:ext cx="2927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C00000"/>
                </a:solidFill>
              </a:rPr>
              <a:t>Uploads Dashboard</a:t>
            </a:r>
            <a:endParaRPr lang="en-GB" sz="2400" dirty="0">
              <a:solidFill>
                <a:srgbClr val="C0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7C910CB-F394-4F04-A6D6-0C4EA3E7E52A}"/>
              </a:ext>
            </a:extLst>
          </p:cNvPr>
          <p:cNvCxnSpPr/>
          <p:nvPr/>
        </p:nvCxnSpPr>
        <p:spPr>
          <a:xfrm>
            <a:off x="7420105" y="3294317"/>
            <a:ext cx="783771" cy="609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8373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BE99B5-5E19-4834-A55A-2345BBCDC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29" y="938662"/>
            <a:ext cx="6490944" cy="53669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0FF5C6A-8438-4019-A143-C328EFDE09D3}"/>
              </a:ext>
            </a:extLst>
          </p:cNvPr>
          <p:cNvSpPr txBox="1">
            <a:spLocks/>
          </p:cNvSpPr>
          <p:nvPr/>
        </p:nvSpPr>
        <p:spPr>
          <a:xfrm>
            <a:off x="467329" y="168547"/>
            <a:ext cx="10140713" cy="64618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33" b="1" kern="1200">
                <a:solidFill>
                  <a:srgbClr val="532E6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5pPr>
            <a:lvl6pPr marL="609585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6pPr>
            <a:lvl7pPr marL="1219170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7pPr>
            <a:lvl8pPr marL="1828754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8pPr>
            <a:lvl9pPr marL="2438339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9pPr>
          </a:lstStyle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 Uploads on NDR Using Facility </a:t>
            </a:r>
            <a:r>
              <a:rPr lang="en-US" sz="3600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Datim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Code 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05374F6-3586-4C4C-805C-DBA679ED3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959" y="1223897"/>
            <a:ext cx="461554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accent6"/>
                </a:solidFill>
              </a:rPr>
              <a:t>Input the facility DATIM code in the search box and allow it to load. You will see the Batch ID, Status, Total, Fails, Passes, and Pending.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solidFill>
                <a:schemeClr val="accent6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chemeClr val="accent6"/>
                </a:solidFill>
              </a:rPr>
              <a:t>To view the upload details for that batch, click on “</a:t>
            </a:r>
            <a:r>
              <a:rPr lang="en-US" altLang="en-US" sz="2400" b="1" dirty="0">
                <a:solidFill>
                  <a:schemeClr val="accent6"/>
                </a:solidFill>
              </a:rPr>
              <a:t>Details</a:t>
            </a:r>
            <a:r>
              <a:rPr lang="en-US" altLang="en-US" sz="2400" dirty="0">
                <a:solidFill>
                  <a:schemeClr val="accent6"/>
                </a:solidFill>
              </a:rPr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426417273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0FF5C6A-8438-4019-A143-C328EFDE09D3}"/>
              </a:ext>
            </a:extLst>
          </p:cNvPr>
          <p:cNvSpPr txBox="1">
            <a:spLocks/>
          </p:cNvSpPr>
          <p:nvPr/>
        </p:nvSpPr>
        <p:spPr>
          <a:xfrm>
            <a:off x="467329" y="168547"/>
            <a:ext cx="10140713" cy="64618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33" b="1" kern="1200">
                <a:solidFill>
                  <a:srgbClr val="532E6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5pPr>
            <a:lvl6pPr marL="609585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6pPr>
            <a:lvl7pPr marL="1219170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7pPr>
            <a:lvl8pPr marL="1828754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8pPr>
            <a:lvl9pPr marL="2438339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9pPr>
          </a:lstStyle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Batch Details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2E7958-48DD-4A55-A020-DACC88FA69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12" y="814733"/>
            <a:ext cx="8828373" cy="5528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BFA7B4-8570-4A0F-A545-6B5747BA0C12}"/>
              </a:ext>
            </a:extLst>
          </p:cNvPr>
          <p:cNvSpPr txBox="1"/>
          <p:nvPr/>
        </p:nvSpPr>
        <p:spPr>
          <a:xfrm>
            <a:off x="9552019" y="4062859"/>
            <a:ext cx="1902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C00000"/>
                </a:solidFill>
              </a:rPr>
              <a:t>Batch Details Dashboard</a:t>
            </a:r>
            <a:endParaRPr lang="en-GB" sz="2400" dirty="0">
              <a:solidFill>
                <a:srgbClr val="C0000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0A84E2-C8A2-4680-AE08-05B08DCCCDE2}"/>
              </a:ext>
            </a:extLst>
          </p:cNvPr>
          <p:cNvCxnSpPr/>
          <p:nvPr/>
        </p:nvCxnSpPr>
        <p:spPr>
          <a:xfrm>
            <a:off x="9243332" y="3494455"/>
            <a:ext cx="783771" cy="609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51612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5CF00-0D62-C0EF-E5BB-A368A2F4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person holding a hand&#10;&#10;Description automatically generated">
            <a:extLst>
              <a:ext uri="{FF2B5EF4-FFF2-40B4-BE49-F238E27FC236}">
                <a16:creationId xmlns:a16="http://schemas.microsoft.com/office/drawing/2014/main" id="{A385D4FA-87A5-0E62-CE52-DCBB742A4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8" y="6353580"/>
            <a:ext cx="839683" cy="335873"/>
          </a:xfrm>
          <a:prstGeom prst="rect">
            <a:avLst/>
          </a:prstGeom>
        </p:spPr>
      </p:pic>
      <p:pic>
        <p:nvPicPr>
          <p:cNvPr id="5" name="Picture 4" descr="A logo for a project&#10;&#10;Description automatically generated">
            <a:extLst>
              <a:ext uri="{FF2B5EF4-FFF2-40B4-BE49-F238E27FC236}">
                <a16:creationId xmlns:a16="http://schemas.microsoft.com/office/drawing/2014/main" id="{86E3A398-088D-0A70-0270-836194ED0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493" y="6305633"/>
            <a:ext cx="690019" cy="36801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20FF5C6A-8438-4019-A143-C328EFDE09D3}"/>
              </a:ext>
            </a:extLst>
          </p:cNvPr>
          <p:cNvSpPr txBox="1">
            <a:spLocks/>
          </p:cNvSpPr>
          <p:nvPr/>
        </p:nvSpPr>
        <p:spPr>
          <a:xfrm>
            <a:off x="467329" y="158340"/>
            <a:ext cx="10140713" cy="646186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33" b="1" kern="1200">
                <a:solidFill>
                  <a:srgbClr val="532E63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5pPr>
            <a:lvl6pPr marL="609585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6pPr>
            <a:lvl7pPr marL="1219170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7pPr>
            <a:lvl8pPr marL="1828754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8pPr>
            <a:lvl9pPr marL="2438339" algn="ctr" rtl="0" fontAlgn="base">
              <a:spcBef>
                <a:spcPct val="0"/>
              </a:spcBef>
              <a:spcAft>
                <a:spcPct val="0"/>
              </a:spcAft>
              <a:defRPr sz="5867">
                <a:solidFill>
                  <a:schemeClr val="tx1"/>
                </a:solidFill>
                <a:latin typeface="Myriad Web Pro" panose="020B0503030403020204" pitchFamily="34" charset="0"/>
              </a:defRPr>
            </a:lvl9pPr>
          </a:lstStyle>
          <a:p>
            <a:pPr algn="ctr"/>
            <a:r>
              <a:rPr lang="en-US" sz="36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Generate Line List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E820B5-527F-4C0C-B587-41F8D151FB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45" y="1120140"/>
            <a:ext cx="7130900" cy="5185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1B5B53-5D75-4C0F-B29A-2965F6F36F4D}"/>
              </a:ext>
            </a:extLst>
          </p:cNvPr>
          <p:cNvSpPr txBox="1"/>
          <p:nvPr/>
        </p:nvSpPr>
        <p:spPr>
          <a:xfrm>
            <a:off x="7441422" y="1859340"/>
            <a:ext cx="42389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400" b="1" dirty="0">
                <a:solidFill>
                  <a:schemeClr val="accent6"/>
                </a:solidFill>
              </a:rPr>
              <a:t>Navigate to the menu bar</a:t>
            </a:r>
            <a:r>
              <a:rPr lang="en-GB" sz="2400" dirty="0">
                <a:solidFill>
                  <a:schemeClr val="accent6"/>
                </a:solidFill>
              </a:rPr>
              <a:t>, click on </a:t>
            </a:r>
            <a:r>
              <a:rPr lang="en-GB" sz="2400" b="1" dirty="0">
                <a:solidFill>
                  <a:schemeClr val="accent6"/>
                </a:solidFill>
              </a:rPr>
              <a:t>“Reporting”</a:t>
            </a:r>
            <a:r>
              <a:rPr lang="en-GB" sz="2400" dirty="0">
                <a:solidFill>
                  <a:schemeClr val="accent6"/>
                </a:solidFill>
              </a:rPr>
              <a:t>, then select </a:t>
            </a:r>
            <a:r>
              <a:rPr lang="en-GB" sz="2400" b="1" dirty="0">
                <a:solidFill>
                  <a:schemeClr val="accent6"/>
                </a:solidFill>
              </a:rPr>
              <a:t>“Line List Request”</a:t>
            </a:r>
            <a:r>
              <a:rPr lang="en-GB" sz="2400" dirty="0">
                <a:solidFill>
                  <a:schemeClr val="accent6"/>
                </a:solidFill>
              </a:rPr>
              <a:t>.</a:t>
            </a:r>
          </a:p>
          <a:p>
            <a:endParaRPr lang="en-GB" sz="2400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BFB962-B070-4BF5-9550-4A07E3965427}"/>
              </a:ext>
            </a:extLst>
          </p:cNvPr>
          <p:cNvSpPr/>
          <p:nvPr/>
        </p:nvSpPr>
        <p:spPr>
          <a:xfrm>
            <a:off x="7441422" y="1397675"/>
            <a:ext cx="33063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To view </a:t>
            </a:r>
            <a:r>
              <a:rPr lang="en-GB" sz="2400" b="1" dirty="0">
                <a:solidFill>
                  <a:schemeClr val="accent6"/>
                </a:solidFill>
              </a:rPr>
              <a:t>generate line list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E7C13B-1D33-42FB-A6A2-1C8B5249F7CC}"/>
              </a:ext>
            </a:extLst>
          </p:cNvPr>
          <p:cNvSpPr txBox="1"/>
          <p:nvPr/>
        </p:nvSpPr>
        <p:spPr>
          <a:xfrm>
            <a:off x="7441422" y="3166313"/>
            <a:ext cx="4238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accent6"/>
                </a:solidFill>
              </a:rPr>
              <a:t>To download the generated line list, an email will be sent to you, or you can refresh the page. Once it is available, click the download icon </a:t>
            </a:r>
            <a:r>
              <a:rPr lang="en-GB" sz="2400">
                <a:solidFill>
                  <a:schemeClr val="accent6"/>
                </a:solidFill>
              </a:rPr>
              <a:t>under </a:t>
            </a:r>
            <a:r>
              <a:rPr lang="en-GB" sz="2400" b="1">
                <a:solidFill>
                  <a:schemeClr val="accent6"/>
                </a:solidFill>
              </a:rPr>
              <a:t>Actions</a:t>
            </a:r>
            <a:r>
              <a:rPr lang="en-GB" sz="2400">
                <a:solidFill>
                  <a:schemeClr val="accent6"/>
                </a:solidFill>
              </a:rPr>
              <a:t> </a:t>
            </a:r>
            <a:r>
              <a:rPr lang="en-GB" sz="2400" dirty="0">
                <a:solidFill>
                  <a:schemeClr val="accent6"/>
                </a:solidFill>
              </a:rPr>
              <a:t>to save it to your computer.</a:t>
            </a:r>
          </a:p>
        </p:txBody>
      </p:sp>
    </p:spTree>
    <p:extLst>
      <p:ext uri="{BB962C8B-B14F-4D97-AF65-F5344CB8AC3E}">
        <p14:creationId xmlns:p14="http://schemas.microsoft.com/office/powerpoint/2010/main" val="423086341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 rtlCol="0">
            <a:noAutofit/>
          </a:bodyPr>
          <a:lstStyle/>
          <a:p>
            <a:pPr>
              <a:buNone/>
              <a:defRPr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defRPr/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939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56447"/>
          </a:xfrm>
          <a:solidFill>
            <a:srgbClr val="00B050"/>
          </a:solidFill>
        </p:spPr>
        <p:txBody>
          <a:bodyPr/>
          <a:lstStyle/>
          <a:p>
            <a:pPr eaLnBrk="1" hangingPunct="1">
              <a:defRPr/>
            </a:pP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</a:rPr>
              <a:t>                                                                   </a:t>
            </a:r>
          </a:p>
        </p:txBody>
      </p:sp>
      <p:pic>
        <p:nvPicPr>
          <p:cNvPr id="47109" name="Picture 4" descr="CIHP Logo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463" y="5851525"/>
            <a:ext cx="133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3"/>
          <p:cNvSpPr txBox="1">
            <a:spLocks/>
          </p:cNvSpPr>
          <p:nvPr/>
        </p:nvSpPr>
        <p:spPr>
          <a:xfrm>
            <a:off x="-90152" y="6310312"/>
            <a:ext cx="12282151" cy="549275"/>
          </a:xfrm>
          <a:prstGeom prst="rect">
            <a:avLst/>
          </a:prstGeom>
          <a:solidFill>
            <a:srgbClr val="3333CC"/>
          </a:solidFill>
        </p:spPr>
        <p:txBody>
          <a:bodyPr anchor="ctr">
            <a:normAutofit fontScale="3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/>
            </a:pPr>
            <a:br>
              <a:rPr lang="en-GB" dirty="0">
                <a:solidFill>
                  <a:prstClr val="black"/>
                </a:solidFill>
              </a:rPr>
            </a:br>
            <a:r>
              <a:rPr lang="en-GB" sz="5200" b="1" i="1" dirty="0">
                <a:solidFill>
                  <a:prstClr val="white"/>
                </a:solidFill>
              </a:rPr>
              <a:t>People. Partnerships. Systems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566764" y="1357592"/>
            <a:ext cx="10968318" cy="47515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8" name="Content Placeholder 1"/>
          <p:cNvSpPr txBox="1">
            <a:spLocks/>
          </p:cNvSpPr>
          <p:nvPr/>
        </p:nvSpPr>
        <p:spPr>
          <a:xfrm>
            <a:off x="719164" y="1509992"/>
            <a:ext cx="10968318" cy="4751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>
                <a:solidFill>
                  <a:prstClr val="black"/>
                </a:solidFill>
              </a:rPr>
              <a:t> 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4086287" y="1360719"/>
            <a:ext cx="4353637" cy="4350271"/>
          </a:xfrm>
          <a:prstGeom prst="flowChartConnector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GB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Flowchart: Connector 9"/>
          <p:cNvSpPr/>
          <p:nvPr/>
        </p:nvSpPr>
        <p:spPr>
          <a:xfrm>
            <a:off x="4695165" y="214156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1" name="Flowchart: Connector 10"/>
          <p:cNvSpPr/>
          <p:nvPr/>
        </p:nvSpPr>
        <p:spPr>
          <a:xfrm>
            <a:off x="4437457" y="2475998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2" name="Flowchart: Connector 11"/>
          <p:cNvSpPr/>
          <p:nvPr/>
        </p:nvSpPr>
        <p:spPr>
          <a:xfrm>
            <a:off x="4296600" y="2885788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3" name="Flowchart: Connector 12"/>
          <p:cNvSpPr/>
          <p:nvPr/>
        </p:nvSpPr>
        <p:spPr>
          <a:xfrm>
            <a:off x="4201747" y="3216587"/>
            <a:ext cx="285239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4" name="Flowchart: Connector 13"/>
          <p:cNvSpPr/>
          <p:nvPr/>
        </p:nvSpPr>
        <p:spPr>
          <a:xfrm>
            <a:off x="4989209" y="1827955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5" name="Flowchart: Connector 14"/>
          <p:cNvSpPr/>
          <p:nvPr/>
        </p:nvSpPr>
        <p:spPr>
          <a:xfrm>
            <a:off x="5307380" y="1628083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6" name="Flowchart: Connector 15"/>
          <p:cNvSpPr/>
          <p:nvPr/>
        </p:nvSpPr>
        <p:spPr>
          <a:xfrm>
            <a:off x="5652079" y="150204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7" name="Flowchart: Connector 16"/>
          <p:cNvSpPr/>
          <p:nvPr/>
        </p:nvSpPr>
        <p:spPr>
          <a:xfrm>
            <a:off x="6003798" y="1459310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8" name="Flowchart: Connector 17"/>
          <p:cNvSpPr/>
          <p:nvPr/>
        </p:nvSpPr>
        <p:spPr>
          <a:xfrm>
            <a:off x="6368006" y="1466288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9" name="Flowchart: Connector 18"/>
          <p:cNvSpPr/>
          <p:nvPr/>
        </p:nvSpPr>
        <p:spPr>
          <a:xfrm>
            <a:off x="6739234" y="1588964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0" name="Flowchart: Connector 19"/>
          <p:cNvSpPr/>
          <p:nvPr/>
        </p:nvSpPr>
        <p:spPr>
          <a:xfrm>
            <a:off x="8093129" y="357556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1" name="Flowchart: Connector 20"/>
          <p:cNvSpPr/>
          <p:nvPr/>
        </p:nvSpPr>
        <p:spPr>
          <a:xfrm>
            <a:off x="7999933" y="392418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2" name="Flowchart: Connector 21"/>
          <p:cNvSpPr/>
          <p:nvPr/>
        </p:nvSpPr>
        <p:spPr>
          <a:xfrm>
            <a:off x="7875039" y="427280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3" name="Flowchart: Connector 22"/>
          <p:cNvSpPr/>
          <p:nvPr/>
        </p:nvSpPr>
        <p:spPr>
          <a:xfrm>
            <a:off x="7704167" y="4582471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4" name="Flowchart: Connector 23"/>
          <p:cNvSpPr/>
          <p:nvPr/>
        </p:nvSpPr>
        <p:spPr>
          <a:xfrm>
            <a:off x="8093129" y="3241017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5" name="Flowchart: Connector 24"/>
          <p:cNvSpPr/>
          <p:nvPr/>
        </p:nvSpPr>
        <p:spPr>
          <a:xfrm>
            <a:off x="7999933" y="2906468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6" name="Flowchart: Connector 25"/>
          <p:cNvSpPr/>
          <p:nvPr/>
        </p:nvSpPr>
        <p:spPr>
          <a:xfrm>
            <a:off x="7833821" y="262107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7" name="Flowchart: Connector 26"/>
          <p:cNvSpPr/>
          <p:nvPr/>
        </p:nvSpPr>
        <p:spPr>
          <a:xfrm>
            <a:off x="7655635" y="2335684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8" name="Flowchart: Connector 27"/>
          <p:cNvSpPr/>
          <p:nvPr/>
        </p:nvSpPr>
        <p:spPr>
          <a:xfrm>
            <a:off x="7398076" y="2050292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29" name="Flowchart: Connector 28"/>
          <p:cNvSpPr/>
          <p:nvPr/>
        </p:nvSpPr>
        <p:spPr>
          <a:xfrm>
            <a:off x="7110462" y="1757737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0" name="Flowchart: Connector 29"/>
          <p:cNvSpPr/>
          <p:nvPr/>
        </p:nvSpPr>
        <p:spPr>
          <a:xfrm>
            <a:off x="4445343" y="4422023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1" name="Flowchart: Connector 30"/>
          <p:cNvSpPr/>
          <p:nvPr/>
        </p:nvSpPr>
        <p:spPr>
          <a:xfrm>
            <a:off x="4296600" y="401246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2" name="Flowchart: Connector 31"/>
          <p:cNvSpPr/>
          <p:nvPr/>
        </p:nvSpPr>
        <p:spPr>
          <a:xfrm>
            <a:off x="4186035" y="3621798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3" name="Flowchart: Connector 32"/>
          <p:cNvSpPr/>
          <p:nvPr/>
        </p:nvSpPr>
        <p:spPr>
          <a:xfrm>
            <a:off x="7512428" y="4862612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4" name="Flowchart: Connector 33"/>
          <p:cNvSpPr/>
          <p:nvPr/>
        </p:nvSpPr>
        <p:spPr>
          <a:xfrm>
            <a:off x="4696765" y="4735828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5" name="Flowchart: Connector 34"/>
          <p:cNvSpPr/>
          <p:nvPr/>
        </p:nvSpPr>
        <p:spPr>
          <a:xfrm>
            <a:off x="5003065" y="4992266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6" name="Flowchart: Connector 35"/>
          <p:cNvSpPr/>
          <p:nvPr/>
        </p:nvSpPr>
        <p:spPr>
          <a:xfrm>
            <a:off x="5340310" y="5251574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7" name="Flowchart: Connector 36"/>
          <p:cNvSpPr/>
          <p:nvPr/>
        </p:nvSpPr>
        <p:spPr>
          <a:xfrm>
            <a:off x="5741587" y="5381228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8" name="Flowchart: Connector 37"/>
          <p:cNvSpPr/>
          <p:nvPr/>
        </p:nvSpPr>
        <p:spPr>
          <a:xfrm>
            <a:off x="6163623" y="5451682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39" name="Flowchart: Connector 38"/>
          <p:cNvSpPr/>
          <p:nvPr/>
        </p:nvSpPr>
        <p:spPr>
          <a:xfrm>
            <a:off x="6597236" y="5389027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0" name="Flowchart: Connector 39"/>
          <p:cNvSpPr/>
          <p:nvPr/>
        </p:nvSpPr>
        <p:spPr>
          <a:xfrm>
            <a:off x="7240116" y="5125930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1" name="Flowchart: Connector 40"/>
          <p:cNvSpPr/>
          <p:nvPr/>
        </p:nvSpPr>
        <p:spPr>
          <a:xfrm>
            <a:off x="6953861" y="5259373"/>
            <a:ext cx="259308" cy="259308"/>
          </a:xfrm>
          <a:prstGeom prst="flowChartConnector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99416" y="2605652"/>
            <a:ext cx="29498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prstClr val="black"/>
                </a:solidFill>
                <a:latin typeface="Baskerville Old Face" panose="02020602080505020303" pitchFamily="18" charset="0"/>
              </a:rPr>
              <a:t>Thank</a:t>
            </a:r>
            <a:r>
              <a:rPr lang="en-GB" sz="8000" dirty="0">
                <a:solidFill>
                  <a:prstClr val="black"/>
                </a:solidFill>
              </a:rPr>
              <a:t> </a:t>
            </a:r>
          </a:p>
          <a:p>
            <a:r>
              <a:rPr lang="en-GB" sz="8000" dirty="0">
                <a:solidFill>
                  <a:prstClr val="black"/>
                </a:solidFill>
                <a:latin typeface="Castellar" panose="020A0402060406010301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07904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C 0.07161 -2.96296E-6 0.13008 0.12269 0.13008 0.27385 C 0.13008 0.425 0.07161 0.54792 1.66667E-6 0.54792 C -0.07149 0.54792 -0.1293 0.425 -0.1293 0.27385 C -0.1293 0.12269 -0.07149 -2.96296E-6 1.66667E-6 -2.96296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2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SIw6rfaztqaPc2sG5n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p4QYuNR_6OF4TmUAIK8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vbzVzxQrKunFHzCJklq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SIw6rfaztqaPc2sG5nh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p4QYuNR_6OF4TmUAIK8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vbzVzxQrKunFHzCJklqw"/>
</p:tagLst>
</file>

<file path=ppt/theme/theme1.xml><?xml version="1.0" encoding="utf-8"?>
<a:theme xmlns:a="http://schemas.openxmlformats.org/drawingml/2006/main" name="CIO TEMPLATE">
  <a:themeElements>
    <a:clrScheme name="Custom 1">
      <a:dk1>
        <a:srgbClr val="0F56DC"/>
      </a:dk1>
      <a:lt1>
        <a:srgbClr val="FFC000"/>
      </a:lt1>
      <a:dk2>
        <a:srgbClr val="FFFFFF"/>
      </a:dk2>
      <a:lt2>
        <a:srgbClr val="FFFFFF"/>
      </a:lt2>
      <a:accent1>
        <a:srgbClr val="008080"/>
      </a:accent1>
      <a:accent2>
        <a:srgbClr val="993300"/>
      </a:accent2>
      <a:accent3>
        <a:srgbClr val="CCCC00"/>
      </a:accent3>
      <a:accent4>
        <a:srgbClr val="7F7F7F"/>
      </a:accent4>
      <a:accent5>
        <a:srgbClr val="0F56DC"/>
      </a:accent5>
      <a:accent6>
        <a:srgbClr val="002060"/>
      </a:accent6>
      <a:hlink>
        <a:srgbClr val="0F56DC"/>
      </a:hlink>
      <a:folHlink>
        <a:srgbClr val="3077FF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0000"/>
            </a:solidFill>
            <a:latin typeface="Calibri" panose="020F050202020403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CIO TEMPLATE">
  <a:themeElements>
    <a:clrScheme name="Custom 1">
      <a:dk1>
        <a:srgbClr val="0F56DC"/>
      </a:dk1>
      <a:lt1>
        <a:srgbClr val="FFC000"/>
      </a:lt1>
      <a:dk2>
        <a:srgbClr val="FFFFFF"/>
      </a:dk2>
      <a:lt2>
        <a:srgbClr val="FFFFFF"/>
      </a:lt2>
      <a:accent1>
        <a:srgbClr val="008080"/>
      </a:accent1>
      <a:accent2>
        <a:srgbClr val="993300"/>
      </a:accent2>
      <a:accent3>
        <a:srgbClr val="CCCC00"/>
      </a:accent3>
      <a:accent4>
        <a:srgbClr val="7F7F7F"/>
      </a:accent4>
      <a:accent5>
        <a:srgbClr val="0F56DC"/>
      </a:accent5>
      <a:accent6>
        <a:srgbClr val="002060"/>
      </a:accent6>
      <a:hlink>
        <a:srgbClr val="0F56DC"/>
      </a:hlink>
      <a:folHlink>
        <a:srgbClr val="3077FF"/>
      </a:folHlink>
    </a:clrScheme>
    <a:fontScheme name="CDC Myriad Web Pro">
      <a:majorFont>
        <a:latin typeface="Myriad Web Pro"/>
        <a:ea typeface=""/>
        <a:cs typeface=""/>
      </a:majorFont>
      <a:minorFont>
        <a:latin typeface="Myriad Web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solidFill>
              <a:srgbClr val="000000"/>
            </a:solidFill>
            <a:latin typeface="Calibri" panose="020F0502020204030204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7_IHVN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8_IHVN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9034</TotalTime>
  <Words>366</Words>
  <Application>Microsoft Office PowerPoint</Application>
  <PresentationFormat>Widescreen</PresentationFormat>
  <Paragraphs>46</Paragraphs>
  <Slides>12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Arial</vt:lpstr>
      <vt:lpstr>Baskerville Old Face</vt:lpstr>
      <vt:lpstr>Calibri</vt:lpstr>
      <vt:lpstr>Castellar</vt:lpstr>
      <vt:lpstr>Century Gothic</vt:lpstr>
      <vt:lpstr>Myriad Web Pro</vt:lpstr>
      <vt:lpstr>Noto Sans Symbols</vt:lpstr>
      <vt:lpstr>Segoe UI</vt:lpstr>
      <vt:lpstr>Verdana</vt:lpstr>
      <vt:lpstr>Wingdings</vt:lpstr>
      <vt:lpstr>CIO TEMPLATE</vt:lpstr>
      <vt:lpstr>1_CIO TEMPLATE</vt:lpstr>
      <vt:lpstr>7_IHVN theme</vt:lpstr>
      <vt:lpstr>8_IHVN theme</vt:lpstr>
      <vt:lpstr>think-cell Slide</vt:lpstr>
      <vt:lpstr>NDR</vt:lpstr>
      <vt:lpstr>How to Login to NDR</vt:lpstr>
      <vt:lpstr>How to Get Treatment Data</vt:lpstr>
      <vt:lpstr>How to Get Treatment Data</vt:lpstr>
      <vt:lpstr>TX_NEW Data by State</vt:lpstr>
      <vt:lpstr>How to View Biometrics Data</vt:lpstr>
      <vt:lpstr>How to View Uploads on NDR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CDC Nigeria COP23 Implementation Kick-Off Meeting</dc:title>
  <dc:creator>Emeh, Anuri (CDC/GHC/DGHT)</dc:creator>
  <cp:lastModifiedBy>Mvendaga Ukor</cp:lastModifiedBy>
  <cp:revision>105</cp:revision>
  <dcterms:created xsi:type="dcterms:W3CDTF">2023-10-13T17:13:19Z</dcterms:created>
  <dcterms:modified xsi:type="dcterms:W3CDTF">2025-04-16T12:47:15Z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f03ff0-41c5-4c41-b55e-fabb8fae94be_Enabled">
    <vt:lpwstr>true</vt:lpwstr>
  </property>
  <property fmtid="{D5CDD505-2E9C-101B-9397-08002B2CF9AE}" pid="3" name="MSIP_Label_8af03ff0-41c5-4c41-b55e-fabb8fae94be_SetDate">
    <vt:lpwstr>2023-10-13T17:42:11Z</vt:lpwstr>
  </property>
  <property fmtid="{D5CDD505-2E9C-101B-9397-08002B2CF9AE}" pid="4" name="MSIP_Label_8af03ff0-41c5-4c41-b55e-fabb8fae94be_Method">
    <vt:lpwstr>Privileged</vt:lpwstr>
  </property>
  <property fmtid="{D5CDD505-2E9C-101B-9397-08002B2CF9AE}" pid="5" name="MSIP_Label_8af03ff0-41c5-4c41-b55e-fabb8fae94be_Name">
    <vt:lpwstr>8af03ff0-41c5-4c41-b55e-fabb8fae94be</vt:lpwstr>
  </property>
  <property fmtid="{D5CDD505-2E9C-101B-9397-08002B2CF9AE}" pid="6" name="MSIP_Label_8af03ff0-41c5-4c41-b55e-fabb8fae94be_SiteId">
    <vt:lpwstr>9ce70869-60db-44fd-abe8-d2767077fc8f</vt:lpwstr>
  </property>
  <property fmtid="{D5CDD505-2E9C-101B-9397-08002B2CF9AE}" pid="7" name="MSIP_Label_8af03ff0-41c5-4c41-b55e-fabb8fae94be_ActionId">
    <vt:lpwstr>875da081-a63c-40e8-bde9-db86afb1b59a</vt:lpwstr>
  </property>
  <property fmtid="{D5CDD505-2E9C-101B-9397-08002B2CF9AE}" pid="8" name="MSIP_Label_8af03ff0-41c5-4c41-b55e-fabb8fae94be_ContentBits">
    <vt:lpwstr>0</vt:lpwstr>
  </property>
</Properties>
</file>